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8" r:id="rId3"/>
    <p:sldId id="273" r:id="rId4"/>
    <p:sldId id="289" r:id="rId5"/>
    <p:sldId id="271" r:id="rId6"/>
    <p:sldId id="266" r:id="rId7"/>
    <p:sldId id="290" r:id="rId8"/>
    <p:sldId id="267" r:id="rId9"/>
    <p:sldId id="278" r:id="rId10"/>
    <p:sldId id="279" r:id="rId11"/>
    <p:sldId id="280" r:id="rId12"/>
    <p:sldId id="281" r:id="rId13"/>
    <p:sldId id="291" r:id="rId14"/>
    <p:sldId id="292" r:id="rId15"/>
    <p:sldId id="283" r:id="rId16"/>
    <p:sldId id="286" r:id="rId17"/>
    <p:sldId id="282" r:id="rId18"/>
    <p:sldId id="261" r:id="rId19"/>
    <p:sldId id="262" r:id="rId20"/>
    <p:sldId id="263" r:id="rId21"/>
    <p:sldId id="285" r:id="rId22"/>
    <p:sldId id="265" r:id="rId23"/>
    <p:sldId id="274" r:id="rId24"/>
    <p:sldId id="264" r:id="rId25"/>
    <p:sldId id="270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2534A-363C-F6BC-F16B-858E35A9AE6D}" v="434" dt="2026-01-18T22:13:17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Würth" userId="S::wurer762@school.lu::fb07fef6-a699-4477-a827-ffd8b41a02e8" providerId="AD" clId="Web-{8E72A4EA-7AE4-3935-256E-3F58BD5D3761}"/>
    <pc:docChg chg="addSld delSld modSld sldOrd">
      <pc:chgData name="Eric Würth" userId="S::wurer762@school.lu::fb07fef6-a699-4477-a827-ffd8b41a02e8" providerId="AD" clId="Web-{8E72A4EA-7AE4-3935-256E-3F58BD5D3761}" dt="2026-01-11T22:30:31.884" v="215" actId="20577"/>
      <pc:docMkLst>
        <pc:docMk/>
      </pc:docMkLst>
      <pc:sldChg chg="modSp">
        <pc:chgData name="Eric Würth" userId="S::wurer762@school.lu::fb07fef6-a699-4477-a827-ffd8b41a02e8" providerId="AD" clId="Web-{8E72A4EA-7AE4-3935-256E-3F58BD5D3761}" dt="2026-01-11T22:21:41.196" v="96" actId="20577"/>
        <pc:sldMkLst>
          <pc:docMk/>
          <pc:sldMk cId="1808234016" sldId="261"/>
        </pc:sldMkLst>
        <pc:spChg chg="mod">
          <ac:chgData name="Eric Würth" userId="S::wurer762@school.lu::fb07fef6-a699-4477-a827-ffd8b41a02e8" providerId="AD" clId="Web-{8E72A4EA-7AE4-3935-256E-3F58BD5D3761}" dt="2026-01-11T22:21:41.196" v="96" actId="20577"/>
          <ac:spMkLst>
            <pc:docMk/>
            <pc:sldMk cId="1808234016" sldId="261"/>
            <ac:spMk id="3" creationId="{76FA81C7-8FFE-C267-0B8D-74860BC76FC6}"/>
          </ac:spMkLst>
        </pc:spChg>
      </pc:sldChg>
      <pc:sldChg chg="modSp">
        <pc:chgData name="Eric Würth" userId="S::wurer762@school.lu::fb07fef6-a699-4477-a827-ffd8b41a02e8" providerId="AD" clId="Web-{8E72A4EA-7AE4-3935-256E-3F58BD5D3761}" dt="2026-01-11T22:21:37.680" v="93" actId="20577"/>
        <pc:sldMkLst>
          <pc:docMk/>
          <pc:sldMk cId="2418090389" sldId="262"/>
        </pc:sldMkLst>
        <pc:spChg chg="mod">
          <ac:chgData name="Eric Würth" userId="S::wurer762@school.lu::fb07fef6-a699-4477-a827-ffd8b41a02e8" providerId="AD" clId="Web-{8E72A4EA-7AE4-3935-256E-3F58BD5D3761}" dt="2026-01-11T22:21:37.680" v="93" actId="20577"/>
          <ac:spMkLst>
            <pc:docMk/>
            <pc:sldMk cId="2418090389" sldId="262"/>
            <ac:spMk id="3" creationId="{0483C607-F82C-F723-9608-E1E2197ABBF8}"/>
          </ac:spMkLst>
        </pc:spChg>
      </pc:sldChg>
      <pc:sldChg chg="modSp">
        <pc:chgData name="Eric Würth" userId="S::wurer762@school.lu::fb07fef6-a699-4477-a827-ffd8b41a02e8" providerId="AD" clId="Web-{8E72A4EA-7AE4-3935-256E-3F58BD5D3761}" dt="2026-01-11T22:21:33.024" v="89" actId="20577"/>
        <pc:sldMkLst>
          <pc:docMk/>
          <pc:sldMk cId="2012911313" sldId="263"/>
        </pc:sldMkLst>
      </pc:sldChg>
      <pc:sldChg chg="modSp">
        <pc:chgData name="Eric Würth" userId="S::wurer762@school.lu::fb07fef6-a699-4477-a827-ffd8b41a02e8" providerId="AD" clId="Web-{8E72A4EA-7AE4-3935-256E-3F58BD5D3761}" dt="2026-01-11T22:21:22.211" v="85" actId="20577"/>
        <pc:sldMkLst>
          <pc:docMk/>
          <pc:sldMk cId="2510073086" sldId="264"/>
        </pc:sldMkLst>
        <pc:spChg chg="mod">
          <ac:chgData name="Eric Würth" userId="S::wurer762@school.lu::fb07fef6-a699-4477-a827-ffd8b41a02e8" providerId="AD" clId="Web-{8E72A4EA-7AE4-3935-256E-3F58BD5D3761}" dt="2026-01-11T22:21:22.211" v="85" actId="20577"/>
          <ac:spMkLst>
            <pc:docMk/>
            <pc:sldMk cId="2510073086" sldId="264"/>
            <ac:spMk id="3" creationId="{F6D44FC3-2AF6-EECE-06E2-56C31918DAB1}"/>
          </ac:spMkLst>
        </pc:spChg>
      </pc:sldChg>
      <pc:sldChg chg="modSp">
        <pc:chgData name="Eric Würth" userId="S::wurer762@school.lu::fb07fef6-a699-4477-a827-ffd8b41a02e8" providerId="AD" clId="Web-{8E72A4EA-7AE4-3935-256E-3F58BD5D3761}" dt="2026-01-11T22:21:19.555" v="84" actId="20577"/>
        <pc:sldMkLst>
          <pc:docMk/>
          <pc:sldMk cId="413605963" sldId="265"/>
        </pc:sldMkLst>
      </pc:sldChg>
      <pc:sldChg chg="modSp">
        <pc:chgData name="Eric Würth" userId="S::wurer762@school.lu::fb07fef6-a699-4477-a827-ffd8b41a02e8" providerId="AD" clId="Web-{8E72A4EA-7AE4-3935-256E-3F58BD5D3761}" dt="2026-01-11T22:23:35.294" v="141" actId="20577"/>
        <pc:sldMkLst>
          <pc:docMk/>
          <pc:sldMk cId="2877308836" sldId="267"/>
        </pc:sldMkLst>
      </pc:sldChg>
      <pc:sldChg chg="modSp ord">
        <pc:chgData name="Eric Würth" userId="S::wurer762@school.lu::fb07fef6-a699-4477-a827-ffd8b41a02e8" providerId="AD" clId="Web-{8E72A4EA-7AE4-3935-256E-3F58BD5D3761}" dt="2026-01-11T22:24:00.188" v="146" actId="20577"/>
        <pc:sldMkLst>
          <pc:docMk/>
          <pc:sldMk cId="893212579" sldId="273"/>
        </pc:sldMkLst>
      </pc:sldChg>
      <pc:sldChg chg="modSp">
        <pc:chgData name="Eric Würth" userId="S::wurer762@school.lu::fb07fef6-a699-4477-a827-ffd8b41a02e8" providerId="AD" clId="Web-{8E72A4EA-7AE4-3935-256E-3F58BD5D3761}" dt="2026-01-11T22:21:30.336" v="87" actId="20577"/>
        <pc:sldMkLst>
          <pc:docMk/>
          <pc:sldMk cId="2725532585" sldId="274"/>
        </pc:sldMkLst>
      </pc:sldChg>
      <pc:sldChg chg="modSp ord">
        <pc:chgData name="Eric Würth" userId="S::wurer762@school.lu::fb07fef6-a699-4477-a827-ffd8b41a02e8" providerId="AD" clId="Web-{8E72A4EA-7AE4-3935-256E-3F58BD5D3761}" dt="2026-01-11T22:23:40.295" v="143" actId="20577"/>
        <pc:sldMkLst>
          <pc:docMk/>
          <pc:sldMk cId="1780344465" sldId="278"/>
        </pc:sldMkLst>
        <pc:spChg chg="mod">
          <ac:chgData name="Eric Würth" userId="S::wurer762@school.lu::fb07fef6-a699-4477-a827-ffd8b41a02e8" providerId="AD" clId="Web-{8E72A4EA-7AE4-3935-256E-3F58BD5D3761}" dt="2026-01-11T22:23:40.295" v="143" actId="20577"/>
          <ac:spMkLst>
            <pc:docMk/>
            <pc:sldMk cId="1780344465" sldId="278"/>
            <ac:spMk id="3" creationId="{7C76A5E8-38FA-28D5-FFD6-60AA53C84CA6}"/>
          </ac:spMkLst>
        </pc:spChg>
      </pc:sldChg>
      <pc:sldChg chg="modSp ord">
        <pc:chgData name="Eric Würth" userId="S::wurer762@school.lu::fb07fef6-a699-4477-a827-ffd8b41a02e8" providerId="AD" clId="Web-{8E72A4EA-7AE4-3935-256E-3F58BD5D3761}" dt="2026-01-11T22:23:28.620" v="134" actId="20577"/>
        <pc:sldMkLst>
          <pc:docMk/>
          <pc:sldMk cId="3502489633" sldId="279"/>
        </pc:sldMkLst>
        <pc:spChg chg="mod">
          <ac:chgData name="Eric Würth" userId="S::wurer762@school.lu::fb07fef6-a699-4477-a827-ffd8b41a02e8" providerId="AD" clId="Web-{8E72A4EA-7AE4-3935-256E-3F58BD5D3761}" dt="2026-01-11T22:23:25.479" v="131" actId="20577"/>
          <ac:spMkLst>
            <pc:docMk/>
            <pc:sldMk cId="3502489633" sldId="279"/>
            <ac:spMk id="3" creationId="{C90C8AC9-10FB-3B16-C089-9542D09EF00B}"/>
          </ac:spMkLst>
        </pc:spChg>
        <pc:spChg chg="mod">
          <ac:chgData name="Eric Würth" userId="S::wurer762@school.lu::fb07fef6-a699-4477-a827-ffd8b41a02e8" providerId="AD" clId="Web-{8E72A4EA-7AE4-3935-256E-3F58BD5D3761}" dt="2026-01-11T22:23:28.620" v="134" actId="20577"/>
          <ac:spMkLst>
            <pc:docMk/>
            <pc:sldMk cId="3502489633" sldId="279"/>
            <ac:spMk id="5" creationId="{3455D03F-8B0E-4D4F-3DA3-CACE1A9F23DB}"/>
          </ac:spMkLst>
        </pc:spChg>
      </pc:sldChg>
      <pc:sldChg chg="modSp ord">
        <pc:chgData name="Eric Würth" userId="S::wurer762@school.lu::fb07fef6-a699-4477-a827-ffd8b41a02e8" providerId="AD" clId="Web-{8E72A4EA-7AE4-3935-256E-3F58BD5D3761}" dt="2026-01-11T22:23:19.994" v="126" actId="20577"/>
        <pc:sldMkLst>
          <pc:docMk/>
          <pc:sldMk cId="668180583" sldId="280"/>
        </pc:sldMkLst>
        <pc:spChg chg="mod">
          <ac:chgData name="Eric Würth" userId="S::wurer762@school.lu::fb07fef6-a699-4477-a827-ffd8b41a02e8" providerId="AD" clId="Web-{8E72A4EA-7AE4-3935-256E-3F58BD5D3761}" dt="2026-01-11T22:23:16.369" v="124" actId="20577"/>
          <ac:spMkLst>
            <pc:docMk/>
            <pc:sldMk cId="668180583" sldId="280"/>
            <ac:spMk id="3" creationId="{6C9BDA87-F3B4-9272-2798-C819B6B4325F}"/>
          </ac:spMkLst>
        </pc:spChg>
        <pc:spChg chg="mod">
          <ac:chgData name="Eric Würth" userId="S::wurer762@school.lu::fb07fef6-a699-4477-a827-ffd8b41a02e8" providerId="AD" clId="Web-{8E72A4EA-7AE4-3935-256E-3F58BD5D3761}" dt="2026-01-11T22:23:19.994" v="126" actId="20577"/>
          <ac:spMkLst>
            <pc:docMk/>
            <pc:sldMk cId="668180583" sldId="280"/>
            <ac:spMk id="5" creationId="{81E7B29A-FB13-746B-50E3-4E9E8E31A522}"/>
          </ac:spMkLst>
        </pc:spChg>
      </pc:sldChg>
      <pc:sldChg chg="modSp ord">
        <pc:chgData name="Eric Würth" userId="S::wurer762@school.lu::fb07fef6-a699-4477-a827-ffd8b41a02e8" providerId="AD" clId="Web-{8E72A4EA-7AE4-3935-256E-3F58BD5D3761}" dt="2026-01-11T22:23:06.963" v="120" actId="20577"/>
        <pc:sldMkLst>
          <pc:docMk/>
          <pc:sldMk cId="473280730" sldId="281"/>
        </pc:sldMkLst>
        <pc:spChg chg="mod">
          <ac:chgData name="Eric Würth" userId="S::wurer762@school.lu::fb07fef6-a699-4477-a827-ffd8b41a02e8" providerId="AD" clId="Web-{8E72A4EA-7AE4-3935-256E-3F58BD5D3761}" dt="2026-01-11T22:23:06.963" v="120" actId="20577"/>
          <ac:spMkLst>
            <pc:docMk/>
            <pc:sldMk cId="473280730" sldId="281"/>
            <ac:spMk id="3" creationId="{33A99DDF-3FE6-7844-D78F-5CC46F8F9ABF}"/>
          </ac:spMkLst>
        </pc:spChg>
        <pc:spChg chg="mod">
          <ac:chgData name="Eric Würth" userId="S::wurer762@school.lu::fb07fef6-a699-4477-a827-ffd8b41a02e8" providerId="AD" clId="Web-{8E72A4EA-7AE4-3935-256E-3F58BD5D3761}" dt="2026-01-11T22:22:58.478" v="113" actId="20577"/>
          <ac:spMkLst>
            <pc:docMk/>
            <pc:sldMk cId="473280730" sldId="281"/>
            <ac:spMk id="5" creationId="{E088380C-96E9-872F-9733-7331213D5CA9}"/>
          </ac:spMkLst>
        </pc:spChg>
      </pc:sldChg>
      <pc:sldChg chg="modSp ord">
        <pc:chgData name="Eric Würth" userId="S::wurer762@school.lu::fb07fef6-a699-4477-a827-ffd8b41a02e8" providerId="AD" clId="Web-{8E72A4EA-7AE4-3935-256E-3F58BD5D3761}" dt="2026-01-11T22:30:31.884" v="215" actId="20577"/>
        <pc:sldMkLst>
          <pc:docMk/>
          <pc:sldMk cId="1232818030" sldId="282"/>
        </pc:sldMkLst>
        <pc:spChg chg="mod">
          <ac:chgData name="Eric Würth" userId="S::wurer762@school.lu::fb07fef6-a699-4477-a827-ffd8b41a02e8" providerId="AD" clId="Web-{8E72A4EA-7AE4-3935-256E-3F58BD5D3761}" dt="2026-01-11T22:29:53.947" v="204" actId="20577"/>
          <ac:spMkLst>
            <pc:docMk/>
            <pc:sldMk cId="1232818030" sldId="282"/>
            <ac:spMk id="2" creationId="{C77C3542-F1E6-B0B5-C52D-984DE88D8B70}"/>
          </ac:spMkLst>
        </pc:spChg>
      </pc:sldChg>
      <pc:sldChg chg="modSp new">
        <pc:chgData name="Eric Würth" userId="S::wurer762@school.lu::fb07fef6-a699-4477-a827-ffd8b41a02e8" providerId="AD" clId="Web-{8E72A4EA-7AE4-3935-256E-3F58BD5D3761}" dt="2026-01-11T22:21:47.664" v="101" actId="20577"/>
        <pc:sldMkLst>
          <pc:docMk/>
          <pc:sldMk cId="1220671569" sldId="283"/>
        </pc:sldMkLst>
        <pc:spChg chg="mod">
          <ac:chgData name="Eric Würth" userId="S::wurer762@school.lu::fb07fef6-a699-4477-a827-ffd8b41a02e8" providerId="AD" clId="Web-{8E72A4EA-7AE4-3935-256E-3F58BD5D3761}" dt="2026-01-11T22:13:12.277" v="12" actId="20577"/>
          <ac:spMkLst>
            <pc:docMk/>
            <pc:sldMk cId="1220671569" sldId="283"/>
            <ac:spMk id="2" creationId="{519F1D85-8435-E71B-B7BD-2908334B2842}"/>
          </ac:spMkLst>
        </pc:spChg>
      </pc:sldChg>
      <pc:sldChg chg="modSp new">
        <pc:chgData name="Eric Würth" userId="S::wurer762@school.lu::fb07fef6-a699-4477-a827-ffd8b41a02e8" providerId="AD" clId="Web-{8E72A4EA-7AE4-3935-256E-3F58BD5D3761}" dt="2026-01-11T22:19:16.476" v="43" actId="20577"/>
        <pc:sldMkLst>
          <pc:docMk/>
          <pc:sldMk cId="3743902495" sldId="285"/>
        </pc:sldMkLst>
        <pc:spChg chg="mod">
          <ac:chgData name="Eric Würth" userId="S::wurer762@school.lu::fb07fef6-a699-4477-a827-ffd8b41a02e8" providerId="AD" clId="Web-{8E72A4EA-7AE4-3935-256E-3F58BD5D3761}" dt="2026-01-11T22:19:16.476" v="43" actId="20577"/>
          <ac:spMkLst>
            <pc:docMk/>
            <pc:sldMk cId="3743902495" sldId="285"/>
            <ac:spMk id="2" creationId="{DB6D243E-04AF-5BE3-989F-55BCBB727F62}"/>
          </ac:spMkLst>
        </pc:spChg>
      </pc:sldChg>
      <pc:sldChg chg="modSp new ord">
        <pc:chgData name="Eric Würth" userId="S::wurer762@school.lu::fb07fef6-a699-4477-a827-ffd8b41a02e8" providerId="AD" clId="Web-{8E72A4EA-7AE4-3935-256E-3F58BD5D3761}" dt="2026-01-11T22:29:35.290" v="196"/>
        <pc:sldMkLst>
          <pc:docMk/>
          <pc:sldMk cId="3790202840" sldId="286"/>
        </pc:sldMkLst>
        <pc:spChg chg="mod">
          <ac:chgData name="Eric Würth" userId="S::wurer762@school.lu::fb07fef6-a699-4477-a827-ffd8b41a02e8" providerId="AD" clId="Web-{8E72A4EA-7AE4-3935-256E-3F58BD5D3761}" dt="2026-01-11T22:28:27.759" v="166" actId="20577"/>
          <ac:spMkLst>
            <pc:docMk/>
            <pc:sldMk cId="3790202840" sldId="286"/>
            <ac:spMk id="2" creationId="{ADA9BBC7-CB83-EFD1-32EE-1D3951464F04}"/>
          </ac:spMkLst>
        </pc:spChg>
        <pc:spChg chg="mod">
          <ac:chgData name="Eric Würth" userId="S::wurer762@school.lu::fb07fef6-a699-4477-a827-ffd8b41a02e8" providerId="AD" clId="Web-{8E72A4EA-7AE4-3935-256E-3F58BD5D3761}" dt="2026-01-11T22:29:35.243" v="195" actId="20577"/>
          <ac:spMkLst>
            <pc:docMk/>
            <pc:sldMk cId="3790202840" sldId="286"/>
            <ac:spMk id="3" creationId="{0A506BCE-E0E0-CACB-C5CD-4D4FF3BBA2F3}"/>
          </ac:spMkLst>
        </pc:spChg>
      </pc:sldChg>
    </pc:docChg>
  </pc:docChgLst>
  <pc:docChgLst>
    <pc:chgData name="Eric Würth" userId="S::wurer762@school.lu::fb07fef6-a699-4477-a827-ffd8b41a02e8" providerId="AD" clId="Web-{9A20A6CB-639E-545C-20D1-B8C7DF840DF5}"/>
    <pc:docChg chg="addSld delSld modSld sldOrd">
      <pc:chgData name="Eric Würth" userId="S::wurer762@school.lu::fb07fef6-a699-4477-a827-ffd8b41a02e8" providerId="AD" clId="Web-{9A20A6CB-639E-545C-20D1-B8C7DF840DF5}" dt="2026-01-11T21:57:32.695" v="459" actId="20577"/>
      <pc:docMkLst>
        <pc:docMk/>
      </pc:docMkLst>
      <pc:sldChg chg="modSp">
        <pc:chgData name="Eric Würth" userId="S::wurer762@school.lu::fb07fef6-a699-4477-a827-ffd8b41a02e8" providerId="AD" clId="Web-{9A20A6CB-639E-545C-20D1-B8C7DF840DF5}" dt="2026-01-11T21:24:52.870" v="10" actId="20577"/>
        <pc:sldMkLst>
          <pc:docMk/>
          <pc:sldMk cId="413605963" sldId="265"/>
        </pc:sldMkLst>
      </pc:sldChg>
      <pc:sldChg chg="ord">
        <pc:chgData name="Eric Würth" userId="S::wurer762@school.lu::fb07fef6-a699-4477-a827-ffd8b41a02e8" providerId="AD" clId="Web-{9A20A6CB-639E-545C-20D1-B8C7DF840DF5}" dt="2026-01-11T21:20:35.065" v="3"/>
        <pc:sldMkLst>
          <pc:docMk/>
          <pc:sldMk cId="4105555403" sldId="271"/>
        </pc:sldMkLst>
      </pc:sldChg>
      <pc:sldChg chg="modSp new">
        <pc:chgData name="Eric Würth" userId="S::wurer762@school.lu::fb07fef6-a699-4477-a827-ffd8b41a02e8" providerId="AD" clId="Web-{9A20A6CB-639E-545C-20D1-B8C7DF840DF5}" dt="2026-01-11T21:36:43.249" v="97" actId="20577"/>
        <pc:sldMkLst>
          <pc:docMk/>
          <pc:sldMk cId="1780344465" sldId="278"/>
        </pc:sldMkLst>
        <pc:spChg chg="mod">
          <ac:chgData name="Eric Würth" userId="S::wurer762@school.lu::fb07fef6-a699-4477-a827-ffd8b41a02e8" providerId="AD" clId="Web-{9A20A6CB-639E-545C-20D1-B8C7DF840DF5}" dt="2026-01-11T21:36:19.966" v="86" actId="20577"/>
          <ac:spMkLst>
            <pc:docMk/>
            <pc:sldMk cId="1780344465" sldId="278"/>
            <ac:spMk id="2" creationId="{2E743C2A-377D-405F-956F-D5E049F2E886}"/>
          </ac:spMkLst>
        </pc:spChg>
        <pc:spChg chg="mod">
          <ac:chgData name="Eric Würth" userId="S::wurer762@school.lu::fb07fef6-a699-4477-a827-ffd8b41a02e8" providerId="AD" clId="Web-{9A20A6CB-639E-545C-20D1-B8C7DF840DF5}" dt="2026-01-11T21:36:43.249" v="97" actId="20577"/>
          <ac:spMkLst>
            <pc:docMk/>
            <pc:sldMk cId="1780344465" sldId="278"/>
            <ac:spMk id="3" creationId="{7C76A5E8-38FA-28D5-FFD6-60AA53C84CA6}"/>
          </ac:spMkLst>
        </pc:spChg>
      </pc:sldChg>
      <pc:sldChg chg="addSp delSp modSp new">
        <pc:chgData name="Eric Würth" userId="S::wurer762@school.lu::fb07fef6-a699-4477-a827-ffd8b41a02e8" providerId="AD" clId="Web-{9A20A6CB-639E-545C-20D1-B8C7DF840DF5}" dt="2026-01-11T21:48:07.565" v="324" actId="14100"/>
        <pc:sldMkLst>
          <pc:docMk/>
          <pc:sldMk cId="3502489633" sldId="279"/>
        </pc:sldMkLst>
        <pc:spChg chg="mod">
          <ac:chgData name="Eric Würth" userId="S::wurer762@school.lu::fb07fef6-a699-4477-a827-ffd8b41a02e8" providerId="AD" clId="Web-{9A20A6CB-639E-545C-20D1-B8C7DF840DF5}" dt="2026-01-11T21:36:56.421" v="105" actId="20577"/>
          <ac:spMkLst>
            <pc:docMk/>
            <pc:sldMk cId="3502489633" sldId="279"/>
            <ac:spMk id="2" creationId="{A9438822-8DE9-CB47-8CCC-27320C537E5C}"/>
          </ac:spMkLst>
        </pc:spChg>
        <pc:spChg chg="mod">
          <ac:chgData name="Eric Würth" userId="S::wurer762@school.lu::fb07fef6-a699-4477-a827-ffd8b41a02e8" providerId="AD" clId="Web-{9A20A6CB-639E-545C-20D1-B8C7DF840DF5}" dt="2026-01-11T21:40:54.633" v="225" actId="20577"/>
          <ac:spMkLst>
            <pc:docMk/>
            <pc:sldMk cId="3502489633" sldId="279"/>
            <ac:spMk id="3" creationId="{C90C8AC9-10FB-3B16-C089-9542D09EF00B}"/>
          </ac:spMkLst>
        </pc:spChg>
        <pc:spChg chg="add mod">
          <ac:chgData name="Eric Würth" userId="S::wurer762@school.lu::fb07fef6-a699-4477-a827-ffd8b41a02e8" providerId="AD" clId="Web-{9A20A6CB-639E-545C-20D1-B8C7DF840DF5}" dt="2026-01-11T21:48:07.565" v="324" actId="14100"/>
          <ac:spMkLst>
            <pc:docMk/>
            <pc:sldMk cId="3502489633" sldId="279"/>
            <ac:spMk id="5" creationId="{3455D03F-8B0E-4D4F-3DA3-CACE1A9F23DB}"/>
          </ac:spMkLst>
        </pc:spChg>
      </pc:sldChg>
      <pc:sldChg chg="modSp add replId">
        <pc:chgData name="Eric Würth" userId="S::wurer762@school.lu::fb07fef6-a699-4477-a827-ffd8b41a02e8" providerId="AD" clId="Web-{9A20A6CB-639E-545C-20D1-B8C7DF840DF5}" dt="2026-01-11T21:49:50.436" v="371" actId="20577"/>
        <pc:sldMkLst>
          <pc:docMk/>
          <pc:sldMk cId="668180583" sldId="280"/>
        </pc:sldMkLst>
        <pc:spChg chg="mod">
          <ac:chgData name="Eric Würth" userId="S::wurer762@school.lu::fb07fef6-a699-4477-a827-ffd8b41a02e8" providerId="AD" clId="Web-{9A20A6CB-639E-545C-20D1-B8C7DF840DF5}" dt="2026-01-11T21:46:44.595" v="294" actId="20577"/>
          <ac:spMkLst>
            <pc:docMk/>
            <pc:sldMk cId="668180583" sldId="280"/>
            <ac:spMk id="2" creationId="{4400297E-9299-5272-316F-5727C3347078}"/>
          </ac:spMkLst>
        </pc:spChg>
        <pc:spChg chg="mod">
          <ac:chgData name="Eric Würth" userId="S::wurer762@school.lu::fb07fef6-a699-4477-a827-ffd8b41a02e8" providerId="AD" clId="Web-{9A20A6CB-639E-545C-20D1-B8C7DF840DF5}" dt="2026-01-11T21:48:38.397" v="339" actId="20577"/>
          <ac:spMkLst>
            <pc:docMk/>
            <pc:sldMk cId="668180583" sldId="280"/>
            <ac:spMk id="3" creationId="{6C9BDA87-F3B4-9272-2798-C819B6B4325F}"/>
          </ac:spMkLst>
        </pc:spChg>
        <pc:spChg chg="mod">
          <ac:chgData name="Eric Würth" userId="S::wurer762@school.lu::fb07fef6-a699-4477-a827-ffd8b41a02e8" providerId="AD" clId="Web-{9A20A6CB-639E-545C-20D1-B8C7DF840DF5}" dt="2026-01-11T21:49:50.436" v="371" actId="20577"/>
          <ac:spMkLst>
            <pc:docMk/>
            <pc:sldMk cId="668180583" sldId="280"/>
            <ac:spMk id="5" creationId="{81E7B29A-FB13-746B-50E3-4E9E8E31A522}"/>
          </ac:spMkLst>
        </pc:spChg>
      </pc:sldChg>
      <pc:sldChg chg="modSp add replId">
        <pc:chgData name="Eric Würth" userId="S::wurer762@school.lu::fb07fef6-a699-4477-a827-ffd8b41a02e8" providerId="AD" clId="Web-{9A20A6CB-639E-545C-20D1-B8C7DF840DF5}" dt="2026-01-11T21:52:17.494" v="432" actId="20577"/>
        <pc:sldMkLst>
          <pc:docMk/>
          <pc:sldMk cId="473280730" sldId="281"/>
        </pc:sldMkLst>
        <pc:spChg chg="mod">
          <ac:chgData name="Eric Würth" userId="S::wurer762@school.lu::fb07fef6-a699-4477-a827-ffd8b41a02e8" providerId="AD" clId="Web-{9A20A6CB-639E-545C-20D1-B8C7DF840DF5}" dt="2026-01-11T21:50:54.957" v="375" actId="20577"/>
          <ac:spMkLst>
            <pc:docMk/>
            <pc:sldMk cId="473280730" sldId="281"/>
            <ac:spMk id="2" creationId="{4D997E5D-F6CD-3AB6-3B7E-41A588B849CE}"/>
          </ac:spMkLst>
        </pc:spChg>
        <pc:spChg chg="mod">
          <ac:chgData name="Eric Würth" userId="S::wurer762@school.lu::fb07fef6-a699-4477-a827-ffd8b41a02e8" providerId="AD" clId="Web-{9A20A6CB-639E-545C-20D1-B8C7DF840DF5}" dt="2026-01-11T21:51:28.725" v="395" actId="1076"/>
          <ac:spMkLst>
            <pc:docMk/>
            <pc:sldMk cId="473280730" sldId="281"/>
            <ac:spMk id="3" creationId="{33A99DDF-3FE6-7844-D78F-5CC46F8F9ABF}"/>
          </ac:spMkLst>
        </pc:spChg>
        <pc:spChg chg="mod">
          <ac:chgData name="Eric Würth" userId="S::wurer762@school.lu::fb07fef6-a699-4477-a827-ffd8b41a02e8" providerId="AD" clId="Web-{9A20A6CB-639E-545C-20D1-B8C7DF840DF5}" dt="2026-01-11T21:52:17.494" v="432" actId="20577"/>
          <ac:spMkLst>
            <pc:docMk/>
            <pc:sldMk cId="473280730" sldId="281"/>
            <ac:spMk id="5" creationId="{E088380C-96E9-872F-9733-7331213D5CA9}"/>
          </ac:spMkLst>
        </pc:spChg>
      </pc:sldChg>
      <pc:sldChg chg="modSp new">
        <pc:chgData name="Eric Würth" userId="S::wurer762@school.lu::fb07fef6-a699-4477-a827-ffd8b41a02e8" providerId="AD" clId="Web-{9A20A6CB-639E-545C-20D1-B8C7DF840DF5}" dt="2026-01-11T21:57:32.695" v="459" actId="20577"/>
        <pc:sldMkLst>
          <pc:docMk/>
          <pc:sldMk cId="1232818030" sldId="282"/>
        </pc:sldMkLst>
        <pc:spChg chg="mod">
          <ac:chgData name="Eric Würth" userId="S::wurer762@school.lu::fb07fef6-a699-4477-a827-ffd8b41a02e8" providerId="AD" clId="Web-{9A20A6CB-639E-545C-20D1-B8C7DF840DF5}" dt="2026-01-11T21:56:57.632" v="450" actId="20577"/>
          <ac:spMkLst>
            <pc:docMk/>
            <pc:sldMk cId="1232818030" sldId="282"/>
            <ac:spMk id="2" creationId="{C77C3542-F1E6-B0B5-C52D-984DE88D8B70}"/>
          </ac:spMkLst>
        </pc:spChg>
      </pc:sldChg>
    </pc:docChg>
  </pc:docChgLst>
  <pc:docChgLst>
    <pc:chgData name="Eric Würth" userId="S::wurer762@school.lu::fb07fef6-a699-4477-a827-ffd8b41a02e8" providerId="AD" clId="Web-{C7E5C61D-109F-AFB8-C939-952CD7F4268D}"/>
    <pc:docChg chg="addSld delSld modSld sldOrd">
      <pc:chgData name="Eric Würth" userId="S::wurer762@school.lu::fb07fef6-a699-4477-a827-ffd8b41a02e8" providerId="AD" clId="Web-{C7E5C61D-109F-AFB8-C939-952CD7F4268D}" dt="2026-01-12T00:04:50.135" v="173" actId="20577"/>
      <pc:docMkLst>
        <pc:docMk/>
      </pc:docMkLst>
      <pc:sldChg chg="addSp delSp modSp mod setBg">
        <pc:chgData name="Eric Würth" userId="S::wurer762@school.lu::fb07fef6-a699-4477-a827-ffd8b41a02e8" providerId="AD" clId="Web-{C7E5C61D-109F-AFB8-C939-952CD7F4268D}" dt="2026-01-11T23:20:30.278" v="71"/>
        <pc:sldMkLst>
          <pc:docMk/>
          <pc:sldMk cId="1808234016" sldId="261"/>
        </pc:sldMkLst>
        <pc:spChg chg="mod">
          <ac:chgData name="Eric Würth" userId="S::wurer762@school.lu::fb07fef6-a699-4477-a827-ffd8b41a02e8" providerId="AD" clId="Web-{C7E5C61D-109F-AFB8-C939-952CD7F4268D}" dt="2026-01-11T23:20:30.278" v="71"/>
          <ac:spMkLst>
            <pc:docMk/>
            <pc:sldMk cId="1808234016" sldId="261"/>
            <ac:spMk id="2" creationId="{998AB578-6EF5-F32C-155A-14AAA82D95BD}"/>
          </ac:spMkLst>
        </pc:spChg>
        <pc:spChg chg="mod">
          <ac:chgData name="Eric Würth" userId="S::wurer762@school.lu::fb07fef6-a699-4477-a827-ffd8b41a02e8" providerId="AD" clId="Web-{C7E5C61D-109F-AFB8-C939-952CD7F4268D}" dt="2026-01-11T23:20:30.278" v="71"/>
          <ac:spMkLst>
            <pc:docMk/>
            <pc:sldMk cId="1808234016" sldId="261"/>
            <ac:spMk id="3" creationId="{76FA81C7-8FFE-C267-0B8D-74860BC76FC6}"/>
          </ac:spMkLst>
        </pc:spChg>
        <pc:spChg chg="add">
          <ac:chgData name="Eric Würth" userId="S::wurer762@school.lu::fb07fef6-a699-4477-a827-ffd8b41a02e8" providerId="AD" clId="Web-{C7E5C61D-109F-AFB8-C939-952CD7F4268D}" dt="2026-01-11T23:20:30.278" v="71"/>
          <ac:spMkLst>
            <pc:docMk/>
            <pc:sldMk cId="1808234016" sldId="261"/>
            <ac:spMk id="10" creationId="{744CAA32-F237-419C-A2DD-43C28D920D3C}"/>
          </ac:spMkLst>
        </pc:spChg>
        <pc:picChg chg="add mod">
          <ac:chgData name="Eric Würth" userId="S::wurer762@school.lu::fb07fef6-a699-4477-a827-ffd8b41a02e8" providerId="AD" clId="Web-{C7E5C61D-109F-AFB8-C939-952CD7F4268D}" dt="2026-01-11T23:20:30.278" v="71"/>
          <ac:picMkLst>
            <pc:docMk/>
            <pc:sldMk cId="1808234016" sldId="261"/>
            <ac:picMk id="5" creationId="{628B7B51-EFAC-3248-DA9D-2BECEBDC9A2E}"/>
          </ac:picMkLst>
        </pc:picChg>
        <pc:cxnChg chg="add">
          <ac:chgData name="Eric Würth" userId="S::wurer762@school.lu::fb07fef6-a699-4477-a827-ffd8b41a02e8" providerId="AD" clId="Web-{C7E5C61D-109F-AFB8-C939-952CD7F4268D}" dt="2026-01-11T23:20:30.278" v="71"/>
          <ac:cxnSpMkLst>
            <pc:docMk/>
            <pc:sldMk cId="1808234016" sldId="261"/>
            <ac:cxnSpMk id="12" creationId="{753FE100-D0AB-4AE2-824B-60CFA31EC6A2}"/>
          </ac:cxnSpMkLst>
        </pc:cxnChg>
      </pc:sldChg>
      <pc:sldChg chg="addSp delSp modSp">
        <pc:chgData name="Eric Würth" userId="S::wurer762@school.lu::fb07fef6-a699-4477-a827-ffd8b41a02e8" providerId="AD" clId="Web-{C7E5C61D-109F-AFB8-C939-952CD7F4268D}" dt="2026-01-11T23:20:59.888" v="76" actId="1076"/>
        <pc:sldMkLst>
          <pc:docMk/>
          <pc:sldMk cId="2418090389" sldId="262"/>
        </pc:sldMkLst>
        <pc:picChg chg="add mod">
          <ac:chgData name="Eric Würth" userId="S::wurer762@school.lu::fb07fef6-a699-4477-a827-ffd8b41a02e8" providerId="AD" clId="Web-{C7E5C61D-109F-AFB8-C939-952CD7F4268D}" dt="2026-01-11T23:20:59.888" v="76" actId="1076"/>
          <ac:picMkLst>
            <pc:docMk/>
            <pc:sldMk cId="2418090389" sldId="262"/>
            <ac:picMk id="5" creationId="{3EBB9432-6A1B-0F28-7E40-7FAE70A8C8CB}"/>
          </ac:picMkLst>
        </pc:picChg>
      </pc:sldChg>
      <pc:sldChg chg="addSp delSp modSp mod setBg">
        <pc:chgData name="Eric Würth" userId="S::wurer762@school.lu::fb07fef6-a699-4477-a827-ffd8b41a02e8" providerId="AD" clId="Web-{C7E5C61D-109F-AFB8-C939-952CD7F4268D}" dt="2026-01-11T23:21:06.466" v="77"/>
        <pc:sldMkLst>
          <pc:docMk/>
          <pc:sldMk cId="2012911313" sldId="263"/>
        </pc:sldMkLst>
        <pc:spChg chg="mod">
          <ac:chgData name="Eric Würth" userId="S::wurer762@school.lu::fb07fef6-a699-4477-a827-ffd8b41a02e8" providerId="AD" clId="Web-{C7E5C61D-109F-AFB8-C939-952CD7F4268D}" dt="2026-01-11T23:21:06.466" v="77"/>
          <ac:spMkLst>
            <pc:docMk/>
            <pc:sldMk cId="2012911313" sldId="263"/>
            <ac:spMk id="2" creationId="{ABA78CB9-1EBD-619F-D64C-2DD458305C4B}"/>
          </ac:spMkLst>
        </pc:spChg>
        <pc:spChg chg="add">
          <ac:chgData name="Eric Würth" userId="S::wurer762@school.lu::fb07fef6-a699-4477-a827-ffd8b41a02e8" providerId="AD" clId="Web-{C7E5C61D-109F-AFB8-C939-952CD7F4268D}" dt="2026-01-11T23:21:06.466" v="77"/>
          <ac:spMkLst>
            <pc:docMk/>
            <pc:sldMk cId="2012911313" sldId="263"/>
            <ac:spMk id="9" creationId="{21C69525-1BE4-4BA0-A23C-3BB6C162EFB9}"/>
          </ac:spMkLst>
        </pc:spChg>
        <pc:graphicFrameChg chg="add">
          <ac:chgData name="Eric Würth" userId="S::wurer762@school.lu::fb07fef6-a699-4477-a827-ffd8b41a02e8" providerId="AD" clId="Web-{C7E5C61D-109F-AFB8-C939-952CD7F4268D}" dt="2026-01-11T23:21:06.466" v="77"/>
          <ac:graphicFrameMkLst>
            <pc:docMk/>
            <pc:sldMk cId="2012911313" sldId="263"/>
            <ac:graphicFrameMk id="5" creationId="{D0ED7DB0-6149-285F-17BC-CDC7FC0BFC39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21:06.466" v="77"/>
          <ac:cxnSpMkLst>
            <pc:docMk/>
            <pc:sldMk cId="2012911313" sldId="263"/>
            <ac:cxnSpMk id="11" creationId="{B68AF875-C18B-4B48-AE4C-A63FD3CEFB11}"/>
          </ac:cxnSpMkLst>
        </pc:cxnChg>
      </pc:sldChg>
      <pc:sldChg chg="addSp delSp modSp mod setBg">
        <pc:chgData name="Eric Würth" userId="S::wurer762@school.lu::fb07fef6-a699-4477-a827-ffd8b41a02e8" providerId="AD" clId="Web-{C7E5C61D-109F-AFB8-C939-952CD7F4268D}" dt="2026-01-11T23:24:03.703" v="86" actId="14100"/>
        <pc:sldMkLst>
          <pc:docMk/>
          <pc:sldMk cId="2510073086" sldId="264"/>
        </pc:sldMkLst>
        <pc:spChg chg="mod">
          <ac:chgData name="Eric Würth" userId="S::wurer762@school.lu::fb07fef6-a699-4477-a827-ffd8b41a02e8" providerId="AD" clId="Web-{C7E5C61D-109F-AFB8-C939-952CD7F4268D}" dt="2026-01-11T23:23:55.562" v="85"/>
          <ac:spMkLst>
            <pc:docMk/>
            <pc:sldMk cId="2510073086" sldId="264"/>
            <ac:spMk id="2" creationId="{BFFAEFD0-A127-ACE4-F678-EA3ED213F86D}"/>
          </ac:spMkLst>
        </pc:spChg>
        <pc:spChg chg="mod">
          <ac:chgData name="Eric Würth" userId="S::wurer762@school.lu::fb07fef6-a699-4477-a827-ffd8b41a02e8" providerId="AD" clId="Web-{C7E5C61D-109F-AFB8-C939-952CD7F4268D}" dt="2026-01-11T23:24:03.703" v="86" actId="14100"/>
          <ac:spMkLst>
            <pc:docMk/>
            <pc:sldMk cId="2510073086" sldId="264"/>
            <ac:spMk id="3" creationId="{F6D44FC3-2AF6-EECE-06E2-56C31918DAB1}"/>
          </ac:spMkLst>
        </pc:spChg>
        <pc:spChg chg="add">
          <ac:chgData name="Eric Würth" userId="S::wurer762@school.lu::fb07fef6-a699-4477-a827-ffd8b41a02e8" providerId="AD" clId="Web-{C7E5C61D-109F-AFB8-C939-952CD7F4268D}" dt="2026-01-11T23:23:55.562" v="85"/>
          <ac:spMkLst>
            <pc:docMk/>
            <pc:sldMk cId="2510073086" sldId="264"/>
            <ac:spMk id="17" creationId="{744CAA32-F237-419C-A2DD-43C28D920D3C}"/>
          </ac:spMkLst>
        </pc:spChg>
        <pc:picChg chg="add">
          <ac:chgData name="Eric Würth" userId="S::wurer762@school.lu::fb07fef6-a699-4477-a827-ffd8b41a02e8" providerId="AD" clId="Web-{C7E5C61D-109F-AFB8-C939-952CD7F4268D}" dt="2026-01-11T23:23:55.562" v="85"/>
          <ac:picMkLst>
            <pc:docMk/>
            <pc:sldMk cId="2510073086" sldId="264"/>
            <ac:picMk id="19" creationId="{95DA1FF7-F4CA-846F-113C-85375EDB54CD}"/>
          </ac:picMkLst>
        </pc:picChg>
        <pc:cxnChg chg="add">
          <ac:chgData name="Eric Würth" userId="S::wurer762@school.lu::fb07fef6-a699-4477-a827-ffd8b41a02e8" providerId="AD" clId="Web-{C7E5C61D-109F-AFB8-C939-952CD7F4268D}" dt="2026-01-11T23:23:55.562" v="85"/>
          <ac:cxnSpMkLst>
            <pc:docMk/>
            <pc:sldMk cId="2510073086" sldId="264"/>
            <ac:cxnSpMk id="18" creationId="{753FE100-D0AB-4AE2-824B-60CFA31EC6A2}"/>
          </ac:cxnSpMkLst>
        </pc:cxnChg>
      </pc:sldChg>
      <pc:sldChg chg="addSp delSp modSp mod setBg">
        <pc:chgData name="Eric Würth" userId="S::wurer762@school.lu::fb07fef6-a699-4477-a827-ffd8b41a02e8" providerId="AD" clId="Web-{C7E5C61D-109F-AFB8-C939-952CD7F4268D}" dt="2026-01-11T23:23:37.843" v="80"/>
        <pc:sldMkLst>
          <pc:docMk/>
          <pc:sldMk cId="413605963" sldId="265"/>
        </pc:sldMkLst>
        <pc:spChg chg="mod">
          <ac:chgData name="Eric Würth" userId="S::wurer762@school.lu::fb07fef6-a699-4477-a827-ffd8b41a02e8" providerId="AD" clId="Web-{C7E5C61D-109F-AFB8-C939-952CD7F4268D}" dt="2026-01-11T23:23:37.843" v="80"/>
          <ac:spMkLst>
            <pc:docMk/>
            <pc:sldMk cId="413605963" sldId="265"/>
            <ac:spMk id="2" creationId="{3F238503-4EC9-195F-9433-36F655646869}"/>
          </ac:spMkLst>
        </pc:spChg>
        <pc:spChg chg="add">
          <ac:chgData name="Eric Würth" userId="S::wurer762@school.lu::fb07fef6-a699-4477-a827-ffd8b41a02e8" providerId="AD" clId="Web-{C7E5C61D-109F-AFB8-C939-952CD7F4268D}" dt="2026-01-11T23:23:37.843" v="80"/>
          <ac:spMkLst>
            <pc:docMk/>
            <pc:sldMk cId="413605963" sldId="265"/>
            <ac:spMk id="9" creationId="{DBDA151C-5770-45E4-AAFF-59E7F403866D}"/>
          </ac:spMkLst>
        </pc:spChg>
        <pc:graphicFrameChg chg="add">
          <ac:chgData name="Eric Würth" userId="S::wurer762@school.lu::fb07fef6-a699-4477-a827-ffd8b41a02e8" providerId="AD" clId="Web-{C7E5C61D-109F-AFB8-C939-952CD7F4268D}" dt="2026-01-11T23:23:37.843" v="80"/>
          <ac:graphicFrameMkLst>
            <pc:docMk/>
            <pc:sldMk cId="413605963" sldId="265"/>
            <ac:graphicFrameMk id="5" creationId="{C2D264E1-7689-F5F2-D5C8-C2DF735F0692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23:37.843" v="80"/>
          <ac:cxnSpMkLst>
            <pc:docMk/>
            <pc:sldMk cId="413605963" sldId="265"/>
            <ac:cxnSpMk id="11" creationId="{E62D3963-2153-4637-96E6-E31BD2CE5D0D}"/>
          </ac:cxnSpMkLst>
        </pc:cxnChg>
      </pc:sldChg>
      <pc:sldChg chg="addSp delSp">
        <pc:chgData name="Eric Würth" userId="S::wurer762@school.lu::fb07fef6-a699-4477-a827-ffd8b41a02e8" providerId="AD" clId="Web-{C7E5C61D-109F-AFB8-C939-952CD7F4268D}" dt="2026-01-11T23:07:16.643" v="23"/>
        <pc:sldMkLst>
          <pc:docMk/>
          <pc:sldMk cId="1800617574" sldId="266"/>
        </pc:sldMkLst>
        <pc:spChg chg="add">
          <ac:chgData name="Eric Würth" userId="S::wurer762@school.lu::fb07fef6-a699-4477-a827-ffd8b41a02e8" providerId="AD" clId="Web-{C7E5C61D-109F-AFB8-C939-952CD7F4268D}" dt="2026-01-11T23:07:16.643" v="23"/>
          <ac:spMkLst>
            <pc:docMk/>
            <pc:sldMk cId="1800617574" sldId="266"/>
            <ac:spMk id="16" creationId="{744CAA32-F237-419C-A2DD-43C28D920D3C}"/>
          </ac:spMkLst>
        </pc:spChg>
        <pc:cxnChg chg="add">
          <ac:chgData name="Eric Würth" userId="S::wurer762@school.lu::fb07fef6-a699-4477-a827-ffd8b41a02e8" providerId="AD" clId="Web-{C7E5C61D-109F-AFB8-C939-952CD7F4268D}" dt="2026-01-11T23:07:16.643" v="23"/>
          <ac:cxnSpMkLst>
            <pc:docMk/>
            <pc:sldMk cId="1800617574" sldId="266"/>
            <ac:cxnSpMk id="18" creationId="{753FE100-D0AB-4AE2-824B-60CFA31EC6A2}"/>
          </ac:cxnSpMkLst>
        </pc:cxnChg>
      </pc:sldChg>
      <pc:sldChg chg="addSp delSp modSp mod setBg addAnim delAnim">
        <pc:chgData name="Eric Würth" userId="S::wurer762@school.lu::fb07fef6-a699-4477-a827-ffd8b41a02e8" providerId="AD" clId="Web-{C7E5C61D-109F-AFB8-C939-952CD7F4268D}" dt="2026-01-11T23:30:05.449" v="89"/>
        <pc:sldMkLst>
          <pc:docMk/>
          <pc:sldMk cId="2877308836" sldId="267"/>
        </pc:sldMkLst>
        <pc:spChg chg="mod">
          <ac:chgData name="Eric Würth" userId="S::wurer762@school.lu::fb07fef6-a699-4477-a827-ffd8b41a02e8" providerId="AD" clId="Web-{C7E5C61D-109F-AFB8-C939-952CD7F4268D}" dt="2026-01-11T23:08:36.910" v="37"/>
          <ac:spMkLst>
            <pc:docMk/>
            <pc:sldMk cId="2877308836" sldId="267"/>
            <ac:spMk id="2" creationId="{DD0804E1-4945-1BD5-DF53-478B097FB99D}"/>
          </ac:spMkLst>
        </pc:spChg>
        <pc:spChg chg="add">
          <ac:chgData name="Eric Würth" userId="S::wurer762@school.lu::fb07fef6-a699-4477-a827-ffd8b41a02e8" providerId="AD" clId="Web-{C7E5C61D-109F-AFB8-C939-952CD7F4268D}" dt="2026-01-11T23:08:36.910" v="37"/>
          <ac:spMkLst>
            <pc:docMk/>
            <pc:sldMk cId="2877308836" sldId="267"/>
            <ac:spMk id="32" creationId="{DBDA151C-5770-45E4-AAFF-59E7F403866D}"/>
          </ac:spMkLst>
        </pc:spChg>
        <pc:graphicFrameChg chg="add mod modGraphic">
          <ac:chgData name="Eric Würth" userId="S::wurer762@school.lu::fb07fef6-a699-4477-a827-ffd8b41a02e8" providerId="AD" clId="Web-{C7E5C61D-109F-AFB8-C939-952CD7F4268D}" dt="2026-01-11T23:10:21.534" v="44"/>
          <ac:graphicFrameMkLst>
            <pc:docMk/>
            <pc:sldMk cId="2877308836" sldId="267"/>
            <ac:graphicFrameMk id="17" creationId="{EC032B0D-F20A-C5B7-5A30-5F0460D57B8E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08:36.910" v="37"/>
          <ac:cxnSpMkLst>
            <pc:docMk/>
            <pc:sldMk cId="2877308836" sldId="267"/>
            <ac:cxnSpMk id="33" creationId="{05ADA91C-AD52-A530-A898-AD6E69874598}"/>
          </ac:cxnSpMkLst>
        </pc:cxnChg>
      </pc:sldChg>
      <pc:sldChg chg="modSp">
        <pc:chgData name="Eric Würth" userId="S::wurer762@school.lu::fb07fef6-a699-4477-a827-ffd8b41a02e8" providerId="AD" clId="Web-{C7E5C61D-109F-AFB8-C939-952CD7F4268D}" dt="2026-01-11T23:32:38.658" v="94" actId="20577"/>
        <pc:sldMkLst>
          <pc:docMk/>
          <pc:sldMk cId="4105555403" sldId="271"/>
        </pc:sldMkLst>
        <pc:spChg chg="mod">
          <ac:chgData name="Eric Würth" userId="S::wurer762@school.lu::fb07fef6-a699-4477-a827-ffd8b41a02e8" providerId="AD" clId="Web-{C7E5C61D-109F-AFB8-C939-952CD7F4268D}" dt="2026-01-11T23:32:38.658" v="94" actId="20577"/>
          <ac:spMkLst>
            <pc:docMk/>
            <pc:sldMk cId="4105555403" sldId="271"/>
            <ac:spMk id="3" creationId="{6BCA934E-2F3B-A511-7182-4DF3F377F014}"/>
          </ac:spMkLst>
        </pc:spChg>
      </pc:sldChg>
      <pc:sldChg chg="addSp delSp modSp mod setBg">
        <pc:chgData name="Eric Würth" userId="S::wurer762@school.lu::fb07fef6-a699-4477-a827-ffd8b41a02e8" providerId="AD" clId="Web-{C7E5C61D-109F-AFB8-C939-952CD7F4268D}" dt="2026-01-11T23:06:35.408" v="16"/>
        <pc:sldMkLst>
          <pc:docMk/>
          <pc:sldMk cId="893212579" sldId="273"/>
        </pc:sldMkLst>
        <pc:spChg chg="mod">
          <ac:chgData name="Eric Würth" userId="S::wurer762@school.lu::fb07fef6-a699-4477-a827-ffd8b41a02e8" providerId="AD" clId="Web-{C7E5C61D-109F-AFB8-C939-952CD7F4268D}" dt="2026-01-11T23:06:35.408" v="16"/>
          <ac:spMkLst>
            <pc:docMk/>
            <pc:sldMk cId="893212579" sldId="273"/>
            <ac:spMk id="2" creationId="{3831CBDB-CE6B-588A-DD5D-6FB097C5A7D6}"/>
          </ac:spMkLst>
        </pc:spChg>
        <pc:spChg chg="add">
          <ac:chgData name="Eric Würth" userId="S::wurer762@school.lu::fb07fef6-a699-4477-a827-ffd8b41a02e8" providerId="AD" clId="Web-{C7E5C61D-109F-AFB8-C939-952CD7F4268D}" dt="2026-01-11T23:06:35.408" v="16"/>
          <ac:spMkLst>
            <pc:docMk/>
            <pc:sldMk cId="893212579" sldId="273"/>
            <ac:spMk id="17" creationId="{DBDA151C-5770-45E4-AAFF-59E7F403866D}"/>
          </ac:spMkLst>
        </pc:spChg>
        <pc:spChg chg="add">
          <ac:chgData name="Eric Würth" userId="S::wurer762@school.lu::fb07fef6-a699-4477-a827-ffd8b41a02e8" providerId="AD" clId="Web-{C7E5C61D-109F-AFB8-C939-952CD7F4268D}" dt="2026-01-11T23:06:35.408" v="16"/>
          <ac:spMkLst>
            <pc:docMk/>
            <pc:sldMk cId="893212579" sldId="273"/>
            <ac:spMk id="18" creationId="{3EF663AC-BF71-D889-B555-0DD50E4C8C7E}"/>
          </ac:spMkLst>
        </pc:spChg>
        <pc:cxnChg chg="add">
          <ac:chgData name="Eric Würth" userId="S::wurer762@school.lu::fb07fef6-a699-4477-a827-ffd8b41a02e8" providerId="AD" clId="Web-{C7E5C61D-109F-AFB8-C939-952CD7F4268D}" dt="2026-01-11T23:06:35.408" v="16"/>
          <ac:cxnSpMkLst>
            <pc:docMk/>
            <pc:sldMk cId="893212579" sldId="273"/>
            <ac:cxnSpMk id="19" creationId="{E62D3963-2153-4637-96E6-E31BD2CE5D0D}"/>
          </ac:cxnSpMkLst>
        </pc:cxnChg>
      </pc:sldChg>
      <pc:sldChg chg="addSp delSp modSp mod ord setBg">
        <pc:chgData name="Eric Würth" userId="S::wurer762@school.lu::fb07fef6-a699-4477-a827-ffd8b41a02e8" providerId="AD" clId="Web-{C7E5C61D-109F-AFB8-C939-952CD7F4268D}" dt="2026-01-11T23:31:51.094" v="90"/>
        <pc:sldMkLst>
          <pc:docMk/>
          <pc:sldMk cId="2725532585" sldId="274"/>
        </pc:sldMkLst>
        <pc:spChg chg="mod">
          <ac:chgData name="Eric Würth" userId="S::wurer762@school.lu::fb07fef6-a699-4477-a827-ffd8b41a02e8" providerId="AD" clId="Web-{C7E5C61D-109F-AFB8-C939-952CD7F4268D}" dt="2026-01-11T23:21:18.951" v="78"/>
          <ac:spMkLst>
            <pc:docMk/>
            <pc:sldMk cId="2725532585" sldId="274"/>
            <ac:spMk id="2" creationId="{FDB0C088-7136-99FC-6EF4-A77A0DE16433}"/>
          </ac:spMkLst>
        </pc:spChg>
        <pc:spChg chg="add">
          <ac:chgData name="Eric Würth" userId="S::wurer762@school.lu::fb07fef6-a699-4477-a827-ffd8b41a02e8" providerId="AD" clId="Web-{C7E5C61D-109F-AFB8-C939-952CD7F4268D}" dt="2026-01-11T23:21:18.951" v="78"/>
          <ac:spMkLst>
            <pc:docMk/>
            <pc:sldMk cId="2725532585" sldId="274"/>
            <ac:spMk id="9" creationId="{DBDA151C-5770-45E4-AAFF-59E7F403866D}"/>
          </ac:spMkLst>
        </pc:spChg>
        <pc:graphicFrameChg chg="add">
          <ac:chgData name="Eric Würth" userId="S::wurer762@school.lu::fb07fef6-a699-4477-a827-ffd8b41a02e8" providerId="AD" clId="Web-{C7E5C61D-109F-AFB8-C939-952CD7F4268D}" dt="2026-01-11T23:21:18.951" v="78"/>
          <ac:graphicFrameMkLst>
            <pc:docMk/>
            <pc:sldMk cId="2725532585" sldId="274"/>
            <ac:graphicFrameMk id="5" creationId="{393C5E6E-A860-FA3F-CCF2-67BC59CC290D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21:18.951" v="78"/>
          <ac:cxnSpMkLst>
            <pc:docMk/>
            <pc:sldMk cId="2725532585" sldId="274"/>
            <ac:cxnSpMk id="11" creationId="{05ADA91C-AD52-A530-A898-AD6E69874598}"/>
          </ac:cxnSpMkLst>
        </pc:cxnChg>
      </pc:sldChg>
      <pc:sldChg chg="addSp modSp mod setBg">
        <pc:chgData name="Eric Würth" userId="S::wurer762@school.lu::fb07fef6-a699-4477-a827-ffd8b41a02e8" providerId="AD" clId="Web-{C7E5C61D-109F-AFB8-C939-952CD7F4268D}" dt="2026-01-11T23:11:00.599" v="45"/>
        <pc:sldMkLst>
          <pc:docMk/>
          <pc:sldMk cId="1780344465" sldId="278"/>
        </pc:sldMkLst>
        <pc:spChg chg="mod">
          <ac:chgData name="Eric Würth" userId="S::wurer762@school.lu::fb07fef6-a699-4477-a827-ffd8b41a02e8" providerId="AD" clId="Web-{C7E5C61D-109F-AFB8-C939-952CD7F4268D}" dt="2026-01-11T23:11:00.599" v="45"/>
          <ac:spMkLst>
            <pc:docMk/>
            <pc:sldMk cId="1780344465" sldId="278"/>
            <ac:spMk id="2" creationId="{2E743C2A-377D-405F-956F-D5E049F2E886}"/>
          </ac:spMkLst>
        </pc:spChg>
        <pc:spChg chg="mod">
          <ac:chgData name="Eric Würth" userId="S::wurer762@school.lu::fb07fef6-a699-4477-a827-ffd8b41a02e8" providerId="AD" clId="Web-{C7E5C61D-109F-AFB8-C939-952CD7F4268D}" dt="2026-01-11T23:11:00.599" v="45"/>
          <ac:spMkLst>
            <pc:docMk/>
            <pc:sldMk cId="1780344465" sldId="278"/>
            <ac:spMk id="3" creationId="{7C76A5E8-38FA-28D5-FFD6-60AA53C84CA6}"/>
          </ac:spMkLst>
        </pc:spChg>
        <pc:spChg chg="add">
          <ac:chgData name="Eric Würth" userId="S::wurer762@school.lu::fb07fef6-a699-4477-a827-ffd8b41a02e8" providerId="AD" clId="Web-{C7E5C61D-109F-AFB8-C939-952CD7F4268D}" dt="2026-01-11T23:11:00.599" v="45"/>
          <ac:spMkLst>
            <pc:docMk/>
            <pc:sldMk cId="1780344465" sldId="278"/>
            <ac:spMk id="10" creationId="{744CAA32-F237-419C-A2DD-43C28D920D3C}"/>
          </ac:spMkLst>
        </pc:spChg>
        <pc:picChg chg="add">
          <ac:chgData name="Eric Würth" userId="S::wurer762@school.lu::fb07fef6-a699-4477-a827-ffd8b41a02e8" providerId="AD" clId="Web-{C7E5C61D-109F-AFB8-C939-952CD7F4268D}" dt="2026-01-11T23:11:00.599" v="45"/>
          <ac:picMkLst>
            <pc:docMk/>
            <pc:sldMk cId="1780344465" sldId="278"/>
            <ac:picMk id="7" creationId="{7E25D1B7-9218-3CCA-945F-95D3C8B5BFD2}"/>
          </ac:picMkLst>
        </pc:picChg>
        <pc:cxnChg chg="add">
          <ac:chgData name="Eric Würth" userId="S::wurer762@school.lu::fb07fef6-a699-4477-a827-ffd8b41a02e8" providerId="AD" clId="Web-{C7E5C61D-109F-AFB8-C939-952CD7F4268D}" dt="2026-01-11T23:11:00.599" v="45"/>
          <ac:cxnSpMkLst>
            <pc:docMk/>
            <pc:sldMk cId="1780344465" sldId="278"/>
            <ac:cxnSpMk id="12" creationId="{753FE100-D0AB-4AE2-824B-60CFA31EC6A2}"/>
          </ac:cxnSpMkLst>
        </pc:cxnChg>
      </pc:sldChg>
      <pc:sldChg chg="addSp delSp modSp mod setBg">
        <pc:chgData name="Eric Würth" userId="S::wurer762@school.lu::fb07fef6-a699-4477-a827-ffd8b41a02e8" providerId="AD" clId="Web-{C7E5C61D-109F-AFB8-C939-952CD7F4268D}" dt="2026-01-11T23:16:20.149" v="54"/>
        <pc:sldMkLst>
          <pc:docMk/>
          <pc:sldMk cId="3502489633" sldId="279"/>
        </pc:sldMkLst>
      </pc:sldChg>
      <pc:sldChg chg="modSp">
        <pc:chgData name="Eric Würth" userId="S::wurer762@school.lu::fb07fef6-a699-4477-a827-ffd8b41a02e8" providerId="AD" clId="Web-{C7E5C61D-109F-AFB8-C939-952CD7F4268D}" dt="2026-01-12T00:04:50.135" v="173" actId="20577"/>
        <pc:sldMkLst>
          <pc:docMk/>
          <pc:sldMk cId="473280730" sldId="281"/>
        </pc:sldMkLst>
        <pc:spChg chg="mod">
          <ac:chgData name="Eric Würth" userId="S::wurer762@school.lu::fb07fef6-a699-4477-a827-ffd8b41a02e8" providerId="AD" clId="Web-{C7E5C61D-109F-AFB8-C939-952CD7F4268D}" dt="2026-01-12T00:04:50.135" v="173" actId="20577"/>
          <ac:spMkLst>
            <pc:docMk/>
            <pc:sldMk cId="473280730" sldId="281"/>
            <ac:spMk id="3" creationId="{33A99DDF-3FE6-7844-D78F-5CC46F8F9ABF}"/>
          </ac:spMkLst>
        </pc:spChg>
      </pc:sldChg>
      <pc:sldChg chg="addSp delSp modSp">
        <pc:chgData name="Eric Würth" userId="S::wurer762@school.lu::fb07fef6-a699-4477-a827-ffd8b41a02e8" providerId="AD" clId="Web-{C7E5C61D-109F-AFB8-C939-952CD7F4268D}" dt="2026-01-11T23:19:32.027" v="67"/>
        <pc:sldMkLst>
          <pc:docMk/>
          <pc:sldMk cId="1232818030" sldId="282"/>
        </pc:sldMkLst>
        <pc:graphicFrameChg chg="add modGraphic">
          <ac:chgData name="Eric Würth" userId="S::wurer762@school.lu::fb07fef6-a699-4477-a827-ffd8b41a02e8" providerId="AD" clId="Web-{C7E5C61D-109F-AFB8-C939-952CD7F4268D}" dt="2026-01-11T23:19:32.027" v="67"/>
          <ac:graphicFrameMkLst>
            <pc:docMk/>
            <pc:sldMk cId="1232818030" sldId="282"/>
            <ac:graphicFrameMk id="5" creationId="{7C7B2D82-C73C-964C-D72D-D18162F32E7E}"/>
          </ac:graphicFrameMkLst>
        </pc:graphicFrameChg>
      </pc:sldChg>
      <pc:sldChg chg="addSp delSp modSp mod setBg">
        <pc:chgData name="Eric Würth" userId="S::wurer762@school.lu::fb07fef6-a699-4477-a827-ffd8b41a02e8" providerId="AD" clId="Web-{C7E5C61D-109F-AFB8-C939-952CD7F4268D}" dt="2026-01-11T23:17:12.572" v="59"/>
        <pc:sldMkLst>
          <pc:docMk/>
          <pc:sldMk cId="1220671569" sldId="283"/>
        </pc:sldMkLst>
        <pc:spChg chg="mod">
          <ac:chgData name="Eric Würth" userId="S::wurer762@school.lu::fb07fef6-a699-4477-a827-ffd8b41a02e8" providerId="AD" clId="Web-{C7E5C61D-109F-AFB8-C939-952CD7F4268D}" dt="2026-01-11T23:17:12.572" v="59"/>
          <ac:spMkLst>
            <pc:docMk/>
            <pc:sldMk cId="1220671569" sldId="283"/>
            <ac:spMk id="2" creationId="{519F1D85-8435-E71B-B7BD-2908334B2842}"/>
          </ac:spMkLst>
        </pc:spChg>
        <pc:spChg chg="add">
          <ac:chgData name="Eric Würth" userId="S::wurer762@school.lu::fb07fef6-a699-4477-a827-ffd8b41a02e8" providerId="AD" clId="Web-{C7E5C61D-109F-AFB8-C939-952CD7F4268D}" dt="2026-01-11T23:17:12.572" v="59"/>
          <ac:spMkLst>
            <pc:docMk/>
            <pc:sldMk cId="1220671569" sldId="283"/>
            <ac:spMk id="17" creationId="{A637580D-1176-4083-A9A1-BD8ED08996EC}"/>
          </ac:spMkLst>
        </pc:spChg>
        <pc:graphicFrameChg chg="add">
          <ac:chgData name="Eric Würth" userId="S::wurer762@school.lu::fb07fef6-a699-4477-a827-ffd8b41a02e8" providerId="AD" clId="Web-{C7E5C61D-109F-AFB8-C939-952CD7F4268D}" dt="2026-01-11T23:17:12.572" v="59"/>
          <ac:graphicFrameMkLst>
            <pc:docMk/>
            <pc:sldMk cId="1220671569" sldId="283"/>
            <ac:graphicFrameMk id="13" creationId="{52E39127-E11B-CA22-EDBF-4CE4AAFC205A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17:12.572" v="59"/>
          <ac:cxnSpMkLst>
            <pc:docMk/>
            <pc:sldMk cId="1220671569" sldId="283"/>
            <ac:cxnSpMk id="19" creationId="{B9C96FDC-E4C2-7D8A-44BA-572E7CD9E899}"/>
          </ac:cxnSpMkLst>
        </pc:cxnChg>
      </pc:sldChg>
      <pc:sldChg chg="addSp delSp modSp mod setBg">
        <pc:chgData name="Eric Würth" userId="S::wurer762@school.lu::fb07fef6-a699-4477-a827-ffd8b41a02e8" providerId="AD" clId="Web-{C7E5C61D-109F-AFB8-C939-952CD7F4268D}" dt="2026-01-11T23:22:03.014" v="79"/>
        <pc:sldMkLst>
          <pc:docMk/>
          <pc:sldMk cId="3743902495" sldId="285"/>
        </pc:sldMkLst>
        <pc:spChg chg="mod">
          <ac:chgData name="Eric Würth" userId="S::wurer762@school.lu::fb07fef6-a699-4477-a827-ffd8b41a02e8" providerId="AD" clId="Web-{C7E5C61D-109F-AFB8-C939-952CD7F4268D}" dt="2026-01-11T23:22:03.014" v="79"/>
          <ac:spMkLst>
            <pc:docMk/>
            <pc:sldMk cId="3743902495" sldId="285"/>
            <ac:spMk id="2" creationId="{DB6D243E-04AF-5BE3-989F-55BCBB727F62}"/>
          </ac:spMkLst>
        </pc:spChg>
        <pc:spChg chg="add">
          <ac:chgData name="Eric Würth" userId="S::wurer762@school.lu::fb07fef6-a699-4477-a827-ffd8b41a02e8" providerId="AD" clId="Web-{C7E5C61D-109F-AFB8-C939-952CD7F4268D}" dt="2026-01-11T23:22:03.014" v="79"/>
          <ac:spMkLst>
            <pc:docMk/>
            <pc:sldMk cId="3743902495" sldId="285"/>
            <ac:spMk id="9" creationId="{A637580D-1176-4083-A9A1-BD8ED08996EC}"/>
          </ac:spMkLst>
        </pc:spChg>
        <pc:graphicFrameChg chg="add">
          <ac:chgData name="Eric Würth" userId="S::wurer762@school.lu::fb07fef6-a699-4477-a827-ffd8b41a02e8" providerId="AD" clId="Web-{C7E5C61D-109F-AFB8-C939-952CD7F4268D}" dt="2026-01-11T23:22:03.014" v="79"/>
          <ac:graphicFrameMkLst>
            <pc:docMk/>
            <pc:sldMk cId="3743902495" sldId="285"/>
            <ac:graphicFrameMk id="5" creationId="{719DC51C-6496-8965-A7AE-8E32732CF48F}"/>
          </ac:graphicFrameMkLst>
        </pc:graphicFrameChg>
        <pc:cxnChg chg="add">
          <ac:chgData name="Eric Würth" userId="S::wurer762@school.lu::fb07fef6-a699-4477-a827-ffd8b41a02e8" providerId="AD" clId="Web-{C7E5C61D-109F-AFB8-C939-952CD7F4268D}" dt="2026-01-11T23:22:03.014" v="79"/>
          <ac:cxnSpMkLst>
            <pc:docMk/>
            <pc:sldMk cId="3743902495" sldId="285"/>
            <ac:cxnSpMk id="11" creationId="{B9C96FDC-E4C2-7D8A-44BA-572E7CD9E899}"/>
          </ac:cxnSpMkLst>
        </pc:cxnChg>
      </pc:sldChg>
      <pc:sldChg chg="addSp modSp mod setBg">
        <pc:chgData name="Eric Würth" userId="S::wurer762@school.lu::fb07fef6-a699-4477-a827-ffd8b41a02e8" providerId="AD" clId="Web-{C7E5C61D-109F-AFB8-C939-952CD7F4268D}" dt="2026-01-11T23:18:11.198" v="61"/>
        <pc:sldMkLst>
          <pc:docMk/>
          <pc:sldMk cId="3790202840" sldId="286"/>
        </pc:sldMkLst>
        <pc:spChg chg="mod">
          <ac:chgData name="Eric Würth" userId="S::wurer762@school.lu::fb07fef6-a699-4477-a827-ffd8b41a02e8" providerId="AD" clId="Web-{C7E5C61D-109F-AFB8-C939-952CD7F4268D}" dt="2026-01-11T23:18:11.198" v="61"/>
          <ac:spMkLst>
            <pc:docMk/>
            <pc:sldMk cId="3790202840" sldId="286"/>
            <ac:spMk id="2" creationId="{ADA9BBC7-CB83-EFD1-32EE-1D3951464F04}"/>
          </ac:spMkLst>
        </pc:spChg>
        <pc:spChg chg="mod">
          <ac:chgData name="Eric Würth" userId="S::wurer762@school.lu::fb07fef6-a699-4477-a827-ffd8b41a02e8" providerId="AD" clId="Web-{C7E5C61D-109F-AFB8-C939-952CD7F4268D}" dt="2026-01-11T23:18:11.198" v="61"/>
          <ac:spMkLst>
            <pc:docMk/>
            <pc:sldMk cId="3790202840" sldId="286"/>
            <ac:spMk id="3" creationId="{0A506BCE-E0E0-CACB-C5CD-4D4FF3BBA2F3}"/>
          </ac:spMkLst>
        </pc:spChg>
        <pc:spChg chg="add">
          <ac:chgData name="Eric Würth" userId="S::wurer762@school.lu::fb07fef6-a699-4477-a827-ffd8b41a02e8" providerId="AD" clId="Web-{C7E5C61D-109F-AFB8-C939-952CD7F4268D}" dt="2026-01-11T23:18:11.198" v="61"/>
          <ac:spMkLst>
            <pc:docMk/>
            <pc:sldMk cId="3790202840" sldId="286"/>
            <ac:spMk id="9" creationId="{744CAA32-F237-419C-A2DD-43C28D920D3C}"/>
          </ac:spMkLst>
        </pc:spChg>
        <pc:picChg chg="add mod">
          <ac:chgData name="Eric Würth" userId="S::wurer762@school.lu::fb07fef6-a699-4477-a827-ffd8b41a02e8" providerId="AD" clId="Web-{C7E5C61D-109F-AFB8-C939-952CD7F4268D}" dt="2026-01-11T23:18:11.198" v="61"/>
          <ac:picMkLst>
            <pc:docMk/>
            <pc:sldMk cId="3790202840" sldId="286"/>
            <ac:picMk id="4" creationId="{F40D6EC9-DCF2-AFB5-4E10-BA0868AECBBE}"/>
          </ac:picMkLst>
        </pc:picChg>
        <pc:cxnChg chg="add">
          <ac:chgData name="Eric Würth" userId="S::wurer762@school.lu::fb07fef6-a699-4477-a827-ffd8b41a02e8" providerId="AD" clId="Web-{C7E5C61D-109F-AFB8-C939-952CD7F4268D}" dt="2026-01-11T23:18:11.198" v="61"/>
          <ac:cxnSpMkLst>
            <pc:docMk/>
            <pc:sldMk cId="3790202840" sldId="286"/>
            <ac:cxnSpMk id="11" creationId="{92025DBA-8780-9CA0-2826-FF6E3BD1A0C9}"/>
          </ac:cxnSpMkLst>
        </pc:cxnChg>
      </pc:sldChg>
    </pc:docChg>
  </pc:docChgLst>
  <pc:docChgLst>
    <pc:chgData name="Eric Würth" userId="S::wurer762@school.lu::fb07fef6-a699-4477-a827-ffd8b41a02e8" providerId="AD" clId="Web-{4C26AE2A-F95E-0F94-B455-081566108FCE}"/>
    <pc:docChg chg="addSld delSld modSld sldOrd addMainMaster delMainMaster modMainMaster">
      <pc:chgData name="Eric Würth" userId="S::wurer762@school.lu::fb07fef6-a699-4477-a827-ffd8b41a02e8" providerId="AD" clId="Web-{4C26AE2A-F95E-0F94-B455-081566108FCE}" dt="2026-01-11T20:18:12.541" v="502" actId="20577"/>
      <pc:docMkLst>
        <pc:docMk/>
      </pc:docMkLst>
      <pc:sldChg chg="addSp modSp mod setBg modClrScheme setClrOvrMap chgLayout">
        <pc:chgData name="Eric Würth" userId="S::wurer762@school.lu::fb07fef6-a699-4477-a827-ffd8b41a02e8" providerId="AD" clId="Web-{4C26AE2A-F95E-0F94-B455-081566108FCE}" dt="2026-01-11T18:19:26.449" v="261"/>
        <pc:sldMkLst>
          <pc:docMk/>
          <pc:sldMk cId="1577499883" sldId="256"/>
        </pc:sldMkLst>
        <pc:spChg chg="mod">
          <ac:chgData name="Eric Würth" userId="S::wurer762@school.lu::fb07fef6-a699-4477-a827-ffd8b41a02e8" providerId="AD" clId="Web-{4C26AE2A-F95E-0F94-B455-081566108FCE}" dt="2026-01-11T16:42:50.672" v="9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Eric Würth" userId="S::wurer762@school.lu::fb07fef6-a699-4477-a827-ffd8b41a02e8" providerId="AD" clId="Web-{4C26AE2A-F95E-0F94-B455-081566108FCE}" dt="2026-01-11T16:42:50.672" v="9"/>
          <ac:spMkLst>
            <pc:docMk/>
            <pc:sldMk cId="1577499883" sldId="256"/>
            <ac:spMk id="3" creationId="{00000000-0000-0000-0000-000000000000}"/>
          </ac:spMkLst>
        </pc:spChg>
        <pc:spChg chg="add">
          <ac:chgData name="Eric Würth" userId="S::wurer762@school.lu::fb07fef6-a699-4477-a827-ffd8b41a02e8" providerId="AD" clId="Web-{4C26AE2A-F95E-0F94-B455-081566108FCE}" dt="2026-01-11T16:42:50.672" v="9"/>
          <ac:spMkLst>
            <pc:docMk/>
            <pc:sldMk cId="1577499883" sldId="256"/>
            <ac:spMk id="9" creationId="{19F9BF86-FE94-4517-B97D-026C7515E589}"/>
          </ac:spMkLst>
        </pc:spChg>
        <pc:spChg chg="add">
          <ac:chgData name="Eric Würth" userId="S::wurer762@school.lu::fb07fef6-a699-4477-a827-ffd8b41a02e8" providerId="AD" clId="Web-{4C26AE2A-F95E-0F94-B455-081566108FCE}" dt="2026-01-11T16:42:50.672" v="9"/>
          <ac:spMkLst>
            <pc:docMk/>
            <pc:sldMk cId="1577499883" sldId="256"/>
            <ac:spMk id="11" creationId="{122AB34F-E75C-451A-8410-05B6C249E9D3}"/>
          </ac:spMkLst>
        </pc:spChg>
        <pc:picChg chg="add">
          <ac:chgData name="Eric Würth" userId="S::wurer762@school.lu::fb07fef6-a699-4477-a827-ffd8b41a02e8" providerId="AD" clId="Web-{4C26AE2A-F95E-0F94-B455-081566108FCE}" dt="2026-01-11T16:42:50.672" v="9"/>
          <ac:picMkLst>
            <pc:docMk/>
            <pc:sldMk cId="1577499883" sldId="256"/>
            <ac:picMk id="4" creationId="{CCA690F9-124E-B797-1947-BCC2F1CB89BE}"/>
          </ac:picMkLst>
        </pc:picChg>
        <pc:cxnChg chg="add">
          <ac:chgData name="Eric Würth" userId="S::wurer762@school.lu::fb07fef6-a699-4477-a827-ffd8b41a02e8" providerId="AD" clId="Web-{4C26AE2A-F95E-0F94-B455-081566108FCE}" dt="2026-01-11T16:42:50.672" v="9"/>
          <ac:cxnSpMkLst>
            <pc:docMk/>
            <pc:sldMk cId="1577499883" sldId="256"/>
            <ac:cxnSpMk id="13" creationId="{97CC2FE6-3AD0-4131-B4BC-1F4D65E25E13}"/>
          </ac:cxnSpMkLst>
        </pc:cxnChg>
      </pc:sldChg>
      <pc:sldChg chg="addSp delSp modSp new mod setBg">
        <pc:chgData name="Eric Würth" userId="S::wurer762@school.lu::fb07fef6-a699-4477-a827-ffd8b41a02e8" providerId="AD" clId="Web-{4C26AE2A-F95E-0F94-B455-081566108FCE}" dt="2026-01-11T18:31:22.475" v="300" actId="20577"/>
        <pc:sldMkLst>
          <pc:docMk/>
          <pc:sldMk cId="919032951" sldId="258"/>
        </pc:sldMkLst>
        <pc:spChg chg="mod">
          <ac:chgData name="Eric Würth" userId="S::wurer762@school.lu::fb07fef6-a699-4477-a827-ffd8b41a02e8" providerId="AD" clId="Web-{4C26AE2A-F95E-0F94-B455-081566108FCE}" dt="2026-01-11T18:00:54.302" v="192"/>
          <ac:spMkLst>
            <pc:docMk/>
            <pc:sldMk cId="919032951" sldId="258"/>
            <ac:spMk id="2" creationId="{5AF33438-886B-AB3F-0D85-3E5E42CD0A0D}"/>
          </ac:spMkLst>
        </pc:spChg>
        <pc:spChg chg="add">
          <ac:chgData name="Eric Würth" userId="S::wurer762@school.lu::fb07fef6-a699-4477-a827-ffd8b41a02e8" providerId="AD" clId="Web-{4C26AE2A-F95E-0F94-B455-081566108FCE}" dt="2026-01-11T18:00:54.302" v="192"/>
          <ac:spMkLst>
            <pc:docMk/>
            <pc:sldMk cId="919032951" sldId="258"/>
            <ac:spMk id="9" creationId="{DBDA151C-5770-45E4-AAFF-59E7F403866D}"/>
          </ac:spMkLst>
        </pc:spChg>
        <pc:graphicFrameChg chg="add mod modGraphic">
          <ac:chgData name="Eric Würth" userId="S::wurer762@school.lu::fb07fef6-a699-4477-a827-ffd8b41a02e8" providerId="AD" clId="Web-{4C26AE2A-F95E-0F94-B455-081566108FCE}" dt="2026-01-11T18:31:22.475" v="300" actId="20577"/>
          <ac:graphicFrameMkLst>
            <pc:docMk/>
            <pc:sldMk cId="919032951" sldId="258"/>
            <ac:graphicFrameMk id="5" creationId="{4A796DE6-B666-C7C4-74ED-B461117DC3EB}"/>
          </ac:graphicFrameMkLst>
        </pc:graphicFrameChg>
        <pc:cxnChg chg="add">
          <ac:chgData name="Eric Würth" userId="S::wurer762@school.lu::fb07fef6-a699-4477-a827-ffd8b41a02e8" providerId="AD" clId="Web-{4C26AE2A-F95E-0F94-B455-081566108FCE}" dt="2026-01-11T18:00:54.302" v="192"/>
          <ac:cxnSpMkLst>
            <pc:docMk/>
            <pc:sldMk cId="919032951" sldId="258"/>
            <ac:cxnSpMk id="11" creationId="{05ADA91C-AD52-A530-A898-AD6E69874598}"/>
          </ac:cxnSpMkLst>
        </pc:cxnChg>
      </pc:sldChg>
      <pc:sldChg chg="modSp new mod">
        <pc:chgData name="Eric Würth" userId="S::wurer762@school.lu::fb07fef6-a699-4477-a827-ffd8b41a02e8" providerId="AD" clId="Web-{4C26AE2A-F95E-0F94-B455-081566108FCE}" dt="2026-01-11T19:44:29.699" v="390" actId="20577"/>
        <pc:sldMkLst>
          <pc:docMk/>
          <pc:sldMk cId="1808234016" sldId="261"/>
        </pc:sldMkLst>
        <pc:spChg chg="mod">
          <ac:chgData name="Eric Würth" userId="S::wurer762@school.lu::fb07fef6-a699-4477-a827-ffd8b41a02e8" providerId="AD" clId="Web-{4C26AE2A-F95E-0F94-B455-081566108FCE}" dt="2026-01-11T17:15:19.793" v="57" actId="20577"/>
          <ac:spMkLst>
            <pc:docMk/>
            <pc:sldMk cId="1808234016" sldId="261"/>
            <ac:spMk id="2" creationId="{998AB578-6EF5-F32C-155A-14AAA82D95BD}"/>
          </ac:spMkLst>
        </pc:spChg>
        <pc:spChg chg="mod">
          <ac:chgData name="Eric Würth" userId="S::wurer762@school.lu::fb07fef6-a699-4477-a827-ffd8b41a02e8" providerId="AD" clId="Web-{4C26AE2A-F95E-0F94-B455-081566108FCE}" dt="2026-01-11T19:44:29.699" v="390" actId="20577"/>
          <ac:spMkLst>
            <pc:docMk/>
            <pc:sldMk cId="1808234016" sldId="261"/>
            <ac:spMk id="3" creationId="{76FA81C7-8FFE-C267-0B8D-74860BC76FC6}"/>
          </ac:spMkLst>
        </pc:spChg>
      </pc:sldChg>
      <pc:sldChg chg="modSp new mod">
        <pc:chgData name="Eric Würth" userId="S::wurer762@school.lu::fb07fef6-a699-4477-a827-ffd8b41a02e8" providerId="AD" clId="Web-{4C26AE2A-F95E-0F94-B455-081566108FCE}" dt="2026-01-11T19:45:24.153" v="403" actId="20577"/>
        <pc:sldMkLst>
          <pc:docMk/>
          <pc:sldMk cId="2418090389" sldId="262"/>
        </pc:sldMkLst>
        <pc:spChg chg="mod">
          <ac:chgData name="Eric Würth" userId="S::wurer762@school.lu::fb07fef6-a699-4477-a827-ffd8b41a02e8" providerId="AD" clId="Web-{4C26AE2A-F95E-0F94-B455-081566108FCE}" dt="2026-01-11T17:15:33.043" v="62" actId="20577"/>
          <ac:spMkLst>
            <pc:docMk/>
            <pc:sldMk cId="2418090389" sldId="262"/>
            <ac:spMk id="2" creationId="{2B0AA4A2-EDE7-6747-EF7F-D1EE3254D1B8}"/>
          </ac:spMkLst>
        </pc:spChg>
        <pc:spChg chg="mod">
          <ac:chgData name="Eric Würth" userId="S::wurer762@school.lu::fb07fef6-a699-4477-a827-ffd8b41a02e8" providerId="AD" clId="Web-{4C26AE2A-F95E-0F94-B455-081566108FCE}" dt="2026-01-11T19:45:24.153" v="403" actId="20577"/>
          <ac:spMkLst>
            <pc:docMk/>
            <pc:sldMk cId="2418090389" sldId="262"/>
            <ac:spMk id="3" creationId="{0483C607-F82C-F723-9608-E1E2197ABBF8}"/>
          </ac:spMkLst>
        </pc:spChg>
      </pc:sldChg>
      <pc:sldChg chg="modSp new mod">
        <pc:chgData name="Eric Würth" userId="S::wurer762@school.lu::fb07fef6-a699-4477-a827-ffd8b41a02e8" providerId="AD" clId="Web-{4C26AE2A-F95E-0F94-B455-081566108FCE}" dt="2026-01-11T19:48:06.250" v="411" actId="20577"/>
        <pc:sldMkLst>
          <pc:docMk/>
          <pc:sldMk cId="2012911313" sldId="263"/>
        </pc:sldMkLst>
        <pc:spChg chg="mod">
          <ac:chgData name="Eric Würth" userId="S::wurer762@school.lu::fb07fef6-a699-4477-a827-ffd8b41a02e8" providerId="AD" clId="Web-{4C26AE2A-F95E-0F94-B455-081566108FCE}" dt="2026-01-11T17:15:50.778" v="74" actId="20577"/>
          <ac:spMkLst>
            <pc:docMk/>
            <pc:sldMk cId="2012911313" sldId="263"/>
            <ac:spMk id="2" creationId="{ABA78CB9-1EBD-619F-D64C-2DD458305C4B}"/>
          </ac:spMkLst>
        </pc:spChg>
      </pc:sldChg>
      <pc:sldChg chg="modSp new mod">
        <pc:chgData name="Eric Würth" userId="S::wurer762@school.lu::fb07fef6-a699-4477-a827-ffd8b41a02e8" providerId="AD" clId="Web-{4C26AE2A-F95E-0F94-B455-081566108FCE}" dt="2026-01-11T20:17:09.852" v="488" actId="20577"/>
        <pc:sldMkLst>
          <pc:docMk/>
          <pc:sldMk cId="2510073086" sldId="264"/>
        </pc:sldMkLst>
        <pc:spChg chg="mod">
          <ac:chgData name="Eric Würth" userId="S::wurer762@school.lu::fb07fef6-a699-4477-a827-ffd8b41a02e8" providerId="AD" clId="Web-{4C26AE2A-F95E-0F94-B455-081566108FCE}" dt="2026-01-11T17:16:04.684" v="77" actId="20577"/>
          <ac:spMkLst>
            <pc:docMk/>
            <pc:sldMk cId="2510073086" sldId="264"/>
            <ac:spMk id="2" creationId="{BFFAEFD0-A127-ACE4-F678-EA3ED213F86D}"/>
          </ac:spMkLst>
        </pc:spChg>
        <pc:spChg chg="mod">
          <ac:chgData name="Eric Würth" userId="S::wurer762@school.lu::fb07fef6-a699-4477-a827-ffd8b41a02e8" providerId="AD" clId="Web-{4C26AE2A-F95E-0F94-B455-081566108FCE}" dt="2026-01-11T20:17:09.852" v="488" actId="20577"/>
          <ac:spMkLst>
            <pc:docMk/>
            <pc:sldMk cId="2510073086" sldId="264"/>
            <ac:spMk id="3" creationId="{F6D44FC3-2AF6-EECE-06E2-56C31918DAB1}"/>
          </ac:spMkLst>
        </pc:spChg>
      </pc:sldChg>
      <pc:sldChg chg="modSp new mod ord">
        <pc:chgData name="Eric Würth" userId="S::wurer762@school.lu::fb07fef6-a699-4477-a827-ffd8b41a02e8" providerId="AD" clId="Web-{4C26AE2A-F95E-0F94-B455-081566108FCE}" dt="2026-01-11T18:19:26.449" v="261"/>
        <pc:sldMkLst>
          <pc:docMk/>
          <pc:sldMk cId="413605963" sldId="265"/>
        </pc:sldMkLst>
        <pc:spChg chg="mod">
          <ac:chgData name="Eric Würth" userId="S::wurer762@school.lu::fb07fef6-a699-4477-a827-ffd8b41a02e8" providerId="AD" clId="Web-{4C26AE2A-F95E-0F94-B455-081566108FCE}" dt="2026-01-11T17:23:16.653" v="115" actId="20577"/>
          <ac:spMkLst>
            <pc:docMk/>
            <pc:sldMk cId="413605963" sldId="265"/>
            <ac:spMk id="2" creationId="{3F238503-4EC9-195F-9433-36F655646869}"/>
          </ac:spMkLst>
        </pc:spChg>
      </pc:sldChg>
      <pc:sldChg chg="addSp modSp new mod ord setBg">
        <pc:chgData name="Eric Würth" userId="S::wurer762@school.lu::fb07fef6-a699-4477-a827-ffd8b41a02e8" providerId="AD" clId="Web-{4C26AE2A-F95E-0F94-B455-081566108FCE}" dt="2026-01-11T20:06:27.771" v="419"/>
        <pc:sldMkLst>
          <pc:docMk/>
          <pc:sldMk cId="1800617574" sldId="266"/>
        </pc:sldMkLst>
        <pc:spChg chg="mod">
          <ac:chgData name="Eric Würth" userId="S::wurer762@school.lu::fb07fef6-a699-4477-a827-ffd8b41a02e8" providerId="AD" clId="Web-{4C26AE2A-F95E-0F94-B455-081566108FCE}" dt="2026-01-11T18:45:18.649" v="348"/>
          <ac:spMkLst>
            <pc:docMk/>
            <pc:sldMk cId="1800617574" sldId="266"/>
            <ac:spMk id="2" creationId="{3A55B58B-DF0E-3379-0C74-6F5A5E53E791}"/>
          </ac:spMkLst>
        </pc:spChg>
        <pc:spChg chg="mod">
          <ac:chgData name="Eric Würth" userId="S::wurer762@school.lu::fb07fef6-a699-4477-a827-ffd8b41a02e8" providerId="AD" clId="Web-{4C26AE2A-F95E-0F94-B455-081566108FCE}" dt="2026-01-11T18:45:18.649" v="348"/>
          <ac:spMkLst>
            <pc:docMk/>
            <pc:sldMk cId="1800617574" sldId="266"/>
            <ac:spMk id="3" creationId="{3B8B8892-F668-4BAC-30CB-801EE99A73C3}"/>
          </ac:spMkLst>
        </pc:spChg>
        <pc:picChg chg="add mod">
          <ac:chgData name="Eric Würth" userId="S::wurer762@school.lu::fb07fef6-a699-4477-a827-ffd8b41a02e8" providerId="AD" clId="Web-{4C26AE2A-F95E-0F94-B455-081566108FCE}" dt="2026-01-11T18:45:18.649" v="348"/>
          <ac:picMkLst>
            <pc:docMk/>
            <pc:sldMk cId="1800617574" sldId="266"/>
            <ac:picMk id="4" creationId="{203FF2BB-70CB-F678-7F05-A37678C42233}"/>
          </ac:picMkLst>
        </pc:picChg>
      </pc:sldChg>
      <pc:sldChg chg="modSp new mod">
        <pc:chgData name="Eric Würth" userId="S::wurer762@school.lu::fb07fef6-a699-4477-a827-ffd8b41a02e8" providerId="AD" clId="Web-{4C26AE2A-F95E-0F94-B455-081566108FCE}" dt="2026-01-11T20:15:52.492" v="479" actId="20577"/>
        <pc:sldMkLst>
          <pc:docMk/>
          <pc:sldMk cId="2877308836" sldId="267"/>
        </pc:sldMkLst>
        <pc:spChg chg="mod">
          <ac:chgData name="Eric Würth" userId="S::wurer762@school.lu::fb07fef6-a699-4477-a827-ffd8b41a02e8" providerId="AD" clId="Web-{4C26AE2A-F95E-0F94-B455-081566108FCE}" dt="2026-01-11T20:14:41.552" v="465" actId="20577"/>
          <ac:spMkLst>
            <pc:docMk/>
            <pc:sldMk cId="2877308836" sldId="267"/>
            <ac:spMk id="2" creationId="{DD0804E1-4945-1BD5-DF53-478B097FB99D}"/>
          </ac:spMkLst>
        </pc:spChg>
      </pc:sldChg>
      <pc:sldChg chg="addSp delSp modSp new mod setBg setClrOvrMap">
        <pc:chgData name="Eric Würth" userId="S::wurer762@school.lu::fb07fef6-a699-4477-a827-ffd8b41a02e8" providerId="AD" clId="Web-{4C26AE2A-F95E-0F94-B455-081566108FCE}" dt="2026-01-11T18:19:26.449" v="261"/>
        <pc:sldMkLst>
          <pc:docMk/>
          <pc:sldMk cId="500073241" sldId="270"/>
        </pc:sldMkLst>
        <pc:spChg chg="mod">
          <ac:chgData name="Eric Würth" userId="S::wurer762@school.lu::fb07fef6-a699-4477-a827-ffd8b41a02e8" providerId="AD" clId="Web-{4C26AE2A-F95E-0F94-B455-081566108FCE}" dt="2026-01-11T17:40:30.612" v="169"/>
          <ac:spMkLst>
            <pc:docMk/>
            <pc:sldMk cId="500073241" sldId="270"/>
            <ac:spMk id="2" creationId="{22655866-3DA4-DD17-EA44-B2FBDF3B2556}"/>
          </ac:spMkLst>
        </pc:spChg>
        <pc:spChg chg="add">
          <ac:chgData name="Eric Würth" userId="S::wurer762@school.lu::fb07fef6-a699-4477-a827-ffd8b41a02e8" providerId="AD" clId="Web-{4C26AE2A-F95E-0F94-B455-081566108FCE}" dt="2026-01-11T17:40:30.612" v="169"/>
          <ac:spMkLst>
            <pc:docMk/>
            <pc:sldMk cId="500073241" sldId="270"/>
            <ac:spMk id="10" creationId="{19F9BF86-FE94-4517-B97D-026C7515E589}"/>
          </ac:spMkLst>
        </pc:spChg>
        <pc:spChg chg="add">
          <ac:chgData name="Eric Würth" userId="S::wurer762@school.lu::fb07fef6-a699-4477-a827-ffd8b41a02e8" providerId="AD" clId="Web-{4C26AE2A-F95E-0F94-B455-081566108FCE}" dt="2026-01-11T17:40:30.612" v="169"/>
          <ac:spMkLst>
            <pc:docMk/>
            <pc:sldMk cId="500073241" sldId="270"/>
            <ac:spMk id="12" creationId="{9E9D00D9-C4F5-471E-BE2C-126CB112A6BD}"/>
          </ac:spMkLst>
        </pc:spChg>
        <pc:picChg chg="add">
          <ac:chgData name="Eric Würth" userId="S::wurer762@school.lu::fb07fef6-a699-4477-a827-ffd8b41a02e8" providerId="AD" clId="Web-{4C26AE2A-F95E-0F94-B455-081566108FCE}" dt="2026-01-11T17:40:30.612" v="169"/>
          <ac:picMkLst>
            <pc:docMk/>
            <pc:sldMk cId="500073241" sldId="270"/>
            <ac:picMk id="4" creationId="{050C5025-F50D-EE97-A7B6-922CFF1D723F}"/>
          </ac:picMkLst>
        </pc:picChg>
        <pc:cxnChg chg="add">
          <ac:chgData name="Eric Würth" userId="S::wurer762@school.lu::fb07fef6-a699-4477-a827-ffd8b41a02e8" providerId="AD" clId="Web-{4C26AE2A-F95E-0F94-B455-081566108FCE}" dt="2026-01-11T17:40:30.612" v="169"/>
          <ac:cxnSpMkLst>
            <pc:docMk/>
            <pc:sldMk cId="500073241" sldId="270"/>
            <ac:cxnSpMk id="8" creationId="{118E06E4-607B-144B-382B-AD3D06B1EE8C}"/>
          </ac:cxnSpMkLst>
        </pc:cxnChg>
        <pc:cxnChg chg="add">
          <ac:chgData name="Eric Würth" userId="S::wurer762@school.lu::fb07fef6-a699-4477-a827-ffd8b41a02e8" providerId="AD" clId="Web-{4C26AE2A-F95E-0F94-B455-081566108FCE}" dt="2026-01-11T17:40:30.612" v="169"/>
          <ac:cxnSpMkLst>
            <pc:docMk/>
            <pc:sldMk cId="500073241" sldId="270"/>
            <ac:cxnSpMk id="14" creationId="{97CC2FE6-3AD0-4131-B4BC-1F4D65E25E13}"/>
          </ac:cxnSpMkLst>
        </pc:cxnChg>
      </pc:sldChg>
      <pc:sldChg chg="addSp delSp modSp new mod ord setBg">
        <pc:chgData name="Eric Würth" userId="S::wurer762@school.lu::fb07fef6-a699-4477-a827-ffd8b41a02e8" providerId="AD" clId="Web-{4C26AE2A-F95E-0F94-B455-081566108FCE}" dt="2026-01-11T20:06:42.412" v="420"/>
        <pc:sldMkLst>
          <pc:docMk/>
          <pc:sldMk cId="4105555403" sldId="271"/>
        </pc:sldMkLst>
        <pc:spChg chg="mod">
          <ac:chgData name="Eric Würth" userId="S::wurer762@school.lu::fb07fef6-a699-4477-a827-ffd8b41a02e8" providerId="AD" clId="Web-{4C26AE2A-F95E-0F94-B455-081566108FCE}" dt="2026-01-11T18:45:48.528" v="350" actId="20577"/>
          <ac:spMkLst>
            <pc:docMk/>
            <pc:sldMk cId="4105555403" sldId="271"/>
            <ac:spMk id="2" creationId="{F6C2B624-BAD3-15AB-B194-7546973742D5}"/>
          </ac:spMkLst>
        </pc:spChg>
        <pc:spChg chg="add del mod">
          <ac:chgData name="Eric Würth" userId="S::wurer762@school.lu::fb07fef6-a699-4477-a827-ffd8b41a02e8" providerId="AD" clId="Web-{4C26AE2A-F95E-0F94-B455-081566108FCE}" dt="2026-01-11T18:25:10.269" v="286"/>
          <ac:spMkLst>
            <pc:docMk/>
            <pc:sldMk cId="4105555403" sldId="271"/>
            <ac:spMk id="3" creationId="{6BCA934E-2F3B-A511-7182-4DF3F377F014}"/>
          </ac:spMkLst>
        </pc:spChg>
        <pc:picChg chg="add mod">
          <ac:chgData name="Eric Würth" userId="S::wurer762@school.lu::fb07fef6-a699-4477-a827-ffd8b41a02e8" providerId="AD" clId="Web-{4C26AE2A-F95E-0F94-B455-081566108FCE}" dt="2026-01-11T18:25:15.316" v="288" actId="1076"/>
          <ac:picMkLst>
            <pc:docMk/>
            <pc:sldMk cId="4105555403" sldId="271"/>
            <ac:picMk id="6" creationId="{6F40158E-61FF-0FCE-E89C-E2DB83B7FD60}"/>
          </ac:picMkLst>
        </pc:picChg>
      </pc:sldChg>
      <pc:sldChg chg="modSp new ord">
        <pc:chgData name="Eric Würth" userId="S::wurer762@school.lu::fb07fef6-a699-4477-a827-ffd8b41a02e8" providerId="AD" clId="Web-{4C26AE2A-F95E-0F94-B455-081566108FCE}" dt="2026-01-11T20:12:07.750" v="461" actId="20577"/>
        <pc:sldMkLst>
          <pc:docMk/>
          <pc:sldMk cId="893212579" sldId="273"/>
        </pc:sldMkLst>
        <pc:spChg chg="mod">
          <ac:chgData name="Eric Würth" userId="S::wurer762@school.lu::fb07fef6-a699-4477-a827-ffd8b41a02e8" providerId="AD" clId="Web-{4C26AE2A-F95E-0F94-B455-081566108FCE}" dt="2026-01-11T20:06:22.333" v="418" actId="20577"/>
          <ac:spMkLst>
            <pc:docMk/>
            <pc:sldMk cId="893212579" sldId="273"/>
            <ac:spMk id="2" creationId="{3831CBDB-CE6B-588A-DD5D-6FB097C5A7D6}"/>
          </ac:spMkLst>
        </pc:spChg>
      </pc:sldChg>
      <pc:sldChg chg="modSp new">
        <pc:chgData name="Eric Würth" userId="S::wurer762@school.lu::fb07fef6-a699-4477-a827-ffd8b41a02e8" providerId="AD" clId="Web-{4C26AE2A-F95E-0F94-B455-081566108FCE}" dt="2026-01-11T20:18:12.541" v="502" actId="20577"/>
        <pc:sldMkLst>
          <pc:docMk/>
          <pc:sldMk cId="2725532585" sldId="274"/>
        </pc:sldMkLst>
        <pc:spChg chg="mod">
          <ac:chgData name="Eric Würth" userId="S::wurer762@school.lu::fb07fef6-a699-4477-a827-ffd8b41a02e8" providerId="AD" clId="Web-{4C26AE2A-F95E-0F94-B455-081566108FCE}" dt="2026-01-11T20:17:21.212" v="493" actId="20577"/>
          <ac:spMkLst>
            <pc:docMk/>
            <pc:sldMk cId="2725532585" sldId="274"/>
            <ac:spMk id="2" creationId="{FDB0C088-7136-99FC-6EF4-A77A0DE16433}"/>
          </ac:spMkLst>
        </pc:spChg>
      </pc:sldChg>
      <pc:sldMasterChg chg="add mod setBg addSldLayout modSldLayout">
        <pc:chgData name="Eric Würth" userId="S::wurer762@school.lu::fb07fef6-a699-4477-a827-ffd8b41a02e8" providerId="AD" clId="Web-{4C26AE2A-F95E-0F94-B455-081566108FCE}" dt="2026-01-11T18:19:26.449" v="261"/>
        <pc:sldMasterMkLst>
          <pc:docMk/>
          <pc:sldMasterMk cId="2870791983" sldId="2147483683"/>
        </pc:sldMasterMkLst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3681871464" sldId="2147483672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4191804678" sldId="2147483673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3770972888" sldId="2147483674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2292396706" sldId="2147483675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3870541728" sldId="2147483676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2671559633" sldId="2147483677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3288044101" sldId="2147483678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2357683119" sldId="2147483679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616515864" sldId="2147483680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2516546372" sldId="2147483681"/>
          </pc:sldLayoutMkLst>
        </pc:sldLayoutChg>
        <pc:sldLayoutChg chg="add mod">
          <pc:chgData name="Eric Würth" userId="S::wurer762@school.lu::fb07fef6-a699-4477-a827-ffd8b41a02e8" providerId="AD" clId="Web-{4C26AE2A-F95E-0F94-B455-081566108FCE}" dt="2026-01-11T18:19:26.449" v="261"/>
          <pc:sldLayoutMkLst>
            <pc:docMk/>
            <pc:sldMasterMk cId="2870791983" sldId="2147483683"/>
            <pc:sldLayoutMk cId="3093704970" sldId="2147483682"/>
          </pc:sldLayoutMkLst>
        </pc:sldLayoutChg>
      </pc:sldMasterChg>
    </pc:docChg>
  </pc:docChgLst>
  <pc:docChgLst>
    <pc:chgData name="Eric Würth" userId="S::wurer762@school.lu::fb07fef6-a699-4477-a827-ffd8b41a02e8" providerId="AD" clId="Web-{7162534A-363C-F6BC-F16B-858E35A9AE6D}"/>
    <pc:docChg chg="addSld delSld modSld">
      <pc:chgData name="Eric Würth" userId="S::wurer762@school.lu::fb07fef6-a699-4477-a827-ffd8b41a02e8" providerId="AD" clId="Web-{7162534A-363C-F6BC-F16B-858E35A9AE6D}" dt="2026-01-18T22:13:17.721" v="417"/>
      <pc:docMkLst>
        <pc:docMk/>
      </pc:docMkLst>
      <pc:sldChg chg="del">
        <pc:chgData name="Eric Würth" userId="S::wurer762@school.lu::fb07fef6-a699-4477-a827-ffd8b41a02e8" providerId="AD" clId="Web-{7162534A-363C-F6BC-F16B-858E35A9AE6D}" dt="2026-01-18T22:13:17.721" v="417"/>
        <pc:sldMkLst>
          <pc:docMk/>
          <pc:sldMk cId="1615135964" sldId="259"/>
        </pc:sldMkLst>
      </pc:sldChg>
      <pc:sldChg chg="modSp">
        <pc:chgData name="Eric Würth" userId="S::wurer762@school.lu::fb07fef6-a699-4477-a827-ffd8b41a02e8" providerId="AD" clId="Web-{7162534A-363C-F6BC-F16B-858E35A9AE6D}" dt="2026-01-18T21:26:00.715" v="197" actId="1076"/>
        <pc:sldMkLst>
          <pc:docMk/>
          <pc:sldMk cId="2418090389" sldId="262"/>
        </pc:sldMkLst>
        <pc:picChg chg="mod">
          <ac:chgData name="Eric Würth" userId="S::wurer762@school.lu::fb07fef6-a699-4477-a827-ffd8b41a02e8" providerId="AD" clId="Web-{7162534A-363C-F6BC-F16B-858E35A9AE6D}" dt="2026-01-18T21:26:00.715" v="197" actId="1076"/>
          <ac:picMkLst>
            <pc:docMk/>
            <pc:sldMk cId="2418090389" sldId="262"/>
            <ac:picMk id="5" creationId="{3EBB9432-6A1B-0F28-7E40-7FAE70A8C8CB}"/>
          </ac:picMkLst>
        </pc:picChg>
      </pc:sldChg>
      <pc:sldChg chg="modSp">
        <pc:chgData name="Eric Würth" userId="S::wurer762@school.lu::fb07fef6-a699-4477-a827-ffd8b41a02e8" providerId="AD" clId="Web-{7162534A-363C-F6BC-F16B-858E35A9AE6D}" dt="2026-01-18T18:26:13.515" v="1" actId="20577"/>
        <pc:sldMkLst>
          <pc:docMk/>
          <pc:sldMk cId="413605963" sldId="265"/>
        </pc:sldMkLst>
        <pc:graphicFrameChg chg="modGraphic">
          <ac:chgData name="Eric Würth" userId="S::wurer762@school.lu::fb07fef6-a699-4477-a827-ffd8b41a02e8" providerId="AD" clId="Web-{7162534A-363C-F6BC-F16B-858E35A9AE6D}" dt="2026-01-18T18:26:13.515" v="1" actId="20577"/>
          <ac:graphicFrameMkLst>
            <pc:docMk/>
            <pc:sldMk cId="413605963" sldId="265"/>
            <ac:graphicFrameMk id="5" creationId="{C2D264E1-7689-F5F2-D5C8-C2DF735F0692}"/>
          </ac:graphicFrameMkLst>
        </pc:graphicFrameChg>
      </pc:sldChg>
      <pc:sldChg chg="modSp">
        <pc:chgData name="Eric Würth" userId="S::wurer762@school.lu::fb07fef6-a699-4477-a827-ffd8b41a02e8" providerId="AD" clId="Web-{7162534A-363C-F6BC-F16B-858E35A9AE6D}" dt="2026-01-18T22:00:59.469" v="317" actId="20577"/>
        <pc:sldMkLst>
          <pc:docMk/>
          <pc:sldMk cId="4105555403" sldId="271"/>
        </pc:sldMkLst>
        <pc:spChg chg="mod">
          <ac:chgData name="Eric Würth" userId="S::wurer762@school.lu::fb07fef6-a699-4477-a827-ffd8b41a02e8" providerId="AD" clId="Web-{7162534A-363C-F6BC-F16B-858E35A9AE6D}" dt="2026-01-18T22:00:59.469" v="317" actId="20577"/>
          <ac:spMkLst>
            <pc:docMk/>
            <pc:sldMk cId="4105555403" sldId="271"/>
            <ac:spMk id="3" creationId="{6BCA934E-2F3B-A511-7182-4DF3F377F014}"/>
          </ac:spMkLst>
        </pc:spChg>
        <pc:picChg chg="mod">
          <ac:chgData name="Eric Würth" userId="S::wurer762@school.lu::fb07fef6-a699-4477-a827-ffd8b41a02e8" providerId="AD" clId="Web-{7162534A-363C-F6BC-F16B-858E35A9AE6D}" dt="2026-01-18T22:00:52.453" v="314" actId="1076"/>
          <ac:picMkLst>
            <pc:docMk/>
            <pc:sldMk cId="4105555403" sldId="271"/>
            <ac:picMk id="6" creationId="{6F40158E-61FF-0FCE-E89C-E2DB83B7FD60}"/>
          </ac:picMkLst>
        </pc:picChg>
      </pc:sldChg>
      <pc:sldChg chg="addSp modSp">
        <pc:chgData name="Eric Würth" userId="S::wurer762@school.lu::fb07fef6-a699-4477-a827-ffd8b41a02e8" providerId="AD" clId="Web-{7162534A-363C-F6BC-F16B-858E35A9AE6D}" dt="2026-01-18T22:09:49.234" v="416" actId="20577"/>
        <pc:sldMkLst>
          <pc:docMk/>
          <pc:sldMk cId="893212579" sldId="273"/>
        </pc:sldMkLst>
        <pc:spChg chg="mod">
          <ac:chgData name="Eric Würth" userId="S::wurer762@school.lu::fb07fef6-a699-4477-a827-ffd8b41a02e8" providerId="AD" clId="Web-{7162534A-363C-F6BC-F16B-858E35A9AE6D}" dt="2026-01-18T22:09:49.234" v="416" actId="20577"/>
          <ac:spMkLst>
            <pc:docMk/>
            <pc:sldMk cId="893212579" sldId="273"/>
            <ac:spMk id="18" creationId="{3EF663AC-BF71-D889-B555-0DD50E4C8C7E}"/>
          </ac:spMkLst>
        </pc:spChg>
        <pc:picChg chg="add mod">
          <ac:chgData name="Eric Würth" userId="S::wurer762@school.lu::fb07fef6-a699-4477-a827-ffd8b41a02e8" providerId="AD" clId="Web-{7162534A-363C-F6BC-F16B-858E35A9AE6D}" dt="2026-01-18T21:55:28.081" v="308" actId="1076"/>
          <ac:picMkLst>
            <pc:docMk/>
            <pc:sldMk cId="893212579" sldId="273"/>
            <ac:picMk id="3" creationId="{B2681FC6-7E65-F85D-345C-841A144DEC7D}"/>
          </ac:picMkLst>
        </pc:picChg>
      </pc:sldChg>
      <pc:sldChg chg="del">
        <pc:chgData name="Eric Würth" userId="S::wurer762@school.lu::fb07fef6-a699-4477-a827-ffd8b41a02e8" providerId="AD" clId="Web-{7162534A-363C-F6BC-F16B-858E35A9AE6D}" dt="2026-01-18T21:29:01.147" v="204"/>
        <pc:sldMkLst>
          <pc:docMk/>
          <pc:sldMk cId="714264671" sldId="275"/>
        </pc:sldMkLst>
      </pc:sldChg>
      <pc:sldChg chg="modSp">
        <pc:chgData name="Eric Würth" userId="S::wurer762@school.lu::fb07fef6-a699-4477-a827-ffd8b41a02e8" providerId="AD" clId="Web-{7162534A-363C-F6BC-F16B-858E35A9AE6D}" dt="2026-01-18T21:20:00.717" v="114" actId="1076"/>
        <pc:sldMkLst>
          <pc:docMk/>
          <pc:sldMk cId="3502489633" sldId="279"/>
        </pc:sldMkLst>
        <pc:spChg chg="mod">
          <ac:chgData name="Eric Würth" userId="S::wurer762@school.lu::fb07fef6-a699-4477-a827-ffd8b41a02e8" providerId="AD" clId="Web-{7162534A-363C-F6BC-F16B-858E35A9AE6D}" dt="2026-01-18T21:19:58.326" v="113" actId="1076"/>
          <ac:spMkLst>
            <pc:docMk/>
            <pc:sldMk cId="3502489633" sldId="279"/>
            <ac:spMk id="3" creationId="{C90C8AC9-10FB-3B16-C089-9542D09EF00B}"/>
          </ac:spMkLst>
        </pc:spChg>
        <pc:spChg chg="mod">
          <ac:chgData name="Eric Würth" userId="S::wurer762@school.lu::fb07fef6-a699-4477-a827-ffd8b41a02e8" providerId="AD" clId="Web-{7162534A-363C-F6BC-F16B-858E35A9AE6D}" dt="2026-01-18T21:20:00.717" v="114" actId="1076"/>
          <ac:spMkLst>
            <pc:docMk/>
            <pc:sldMk cId="3502489633" sldId="279"/>
            <ac:spMk id="5" creationId="{3455D03F-8B0E-4D4F-3DA3-CACE1A9F23DB}"/>
          </ac:spMkLst>
        </pc:spChg>
      </pc:sldChg>
      <pc:sldChg chg="modSp">
        <pc:chgData name="Eric Würth" userId="S::wurer762@school.lu::fb07fef6-a699-4477-a827-ffd8b41a02e8" providerId="AD" clId="Web-{7162534A-363C-F6BC-F16B-858E35A9AE6D}" dt="2026-01-18T21:20:13.639" v="118" actId="1076"/>
        <pc:sldMkLst>
          <pc:docMk/>
          <pc:sldMk cId="668180583" sldId="280"/>
        </pc:sldMkLst>
        <pc:spChg chg="mod">
          <ac:chgData name="Eric Würth" userId="S::wurer762@school.lu::fb07fef6-a699-4477-a827-ffd8b41a02e8" providerId="AD" clId="Web-{7162534A-363C-F6BC-F16B-858E35A9AE6D}" dt="2026-01-18T21:20:08.623" v="117" actId="20577"/>
          <ac:spMkLst>
            <pc:docMk/>
            <pc:sldMk cId="668180583" sldId="280"/>
            <ac:spMk id="3" creationId="{6C9BDA87-F3B4-9272-2798-C819B6B4325F}"/>
          </ac:spMkLst>
        </pc:spChg>
        <pc:spChg chg="mod">
          <ac:chgData name="Eric Würth" userId="S::wurer762@school.lu::fb07fef6-a699-4477-a827-ffd8b41a02e8" providerId="AD" clId="Web-{7162534A-363C-F6BC-F16B-858E35A9AE6D}" dt="2026-01-18T21:20:13.639" v="118" actId="1076"/>
          <ac:spMkLst>
            <pc:docMk/>
            <pc:sldMk cId="668180583" sldId="280"/>
            <ac:spMk id="5" creationId="{81E7B29A-FB13-746B-50E3-4E9E8E31A522}"/>
          </ac:spMkLst>
        </pc:spChg>
      </pc:sldChg>
      <pc:sldChg chg="modSp">
        <pc:chgData name="Eric Würth" userId="S::wurer762@school.lu::fb07fef6-a699-4477-a827-ffd8b41a02e8" providerId="AD" clId="Web-{7162534A-363C-F6BC-F16B-858E35A9AE6D}" dt="2026-01-18T21:20:24.295" v="121" actId="1076"/>
        <pc:sldMkLst>
          <pc:docMk/>
          <pc:sldMk cId="473280730" sldId="281"/>
        </pc:sldMkLst>
        <pc:spChg chg="mod">
          <ac:chgData name="Eric Würth" userId="S::wurer762@school.lu::fb07fef6-a699-4477-a827-ffd8b41a02e8" providerId="AD" clId="Web-{7162534A-363C-F6BC-F16B-858E35A9AE6D}" dt="2026-01-18T21:20:21.483" v="120" actId="20577"/>
          <ac:spMkLst>
            <pc:docMk/>
            <pc:sldMk cId="473280730" sldId="281"/>
            <ac:spMk id="3" creationId="{33A99DDF-3FE6-7844-D78F-5CC46F8F9ABF}"/>
          </ac:spMkLst>
        </pc:spChg>
        <pc:spChg chg="mod">
          <ac:chgData name="Eric Würth" userId="S::wurer762@school.lu::fb07fef6-a699-4477-a827-ffd8b41a02e8" providerId="AD" clId="Web-{7162534A-363C-F6BC-F16B-858E35A9AE6D}" dt="2026-01-18T21:20:24.295" v="121" actId="1076"/>
          <ac:spMkLst>
            <pc:docMk/>
            <pc:sldMk cId="473280730" sldId="281"/>
            <ac:spMk id="5" creationId="{E088380C-96E9-872F-9733-7331213D5CA9}"/>
          </ac:spMkLst>
        </pc:spChg>
      </pc:sldChg>
      <pc:sldChg chg="modSp del">
        <pc:chgData name="Eric Würth" userId="S::wurer762@school.lu::fb07fef6-a699-4477-a827-ffd8b41a02e8" providerId="AD" clId="Web-{7162534A-363C-F6BC-F16B-858E35A9AE6D}" dt="2026-01-18T21:54:18.392" v="304"/>
        <pc:sldMkLst>
          <pc:docMk/>
          <pc:sldMk cId="1797900140" sldId="288"/>
        </pc:sldMkLst>
        <pc:spChg chg="mod">
          <ac:chgData name="Eric Würth" userId="S::wurer762@school.lu::fb07fef6-a699-4477-a827-ffd8b41a02e8" providerId="AD" clId="Web-{7162534A-363C-F6BC-F16B-858E35A9AE6D}" dt="2026-01-18T21:13:33.169" v="56" actId="20577"/>
          <ac:spMkLst>
            <pc:docMk/>
            <pc:sldMk cId="1797900140" sldId="288"/>
            <ac:spMk id="3" creationId="{F96EF082-22A5-B244-DDA1-46C2333D8C3E}"/>
          </ac:spMkLst>
        </pc:spChg>
        <pc:spChg chg="mod">
          <ac:chgData name="Eric Würth" userId="S::wurer762@school.lu::fb07fef6-a699-4477-a827-ffd8b41a02e8" providerId="AD" clId="Web-{7162534A-363C-F6BC-F16B-858E35A9AE6D}" dt="2026-01-18T21:13:47.544" v="63" actId="20577"/>
          <ac:spMkLst>
            <pc:docMk/>
            <pc:sldMk cId="1797900140" sldId="288"/>
            <ac:spMk id="5" creationId="{893BE3AD-9F97-036D-494F-93B199B028E9}"/>
          </ac:spMkLst>
        </pc:spChg>
      </pc:sldChg>
      <pc:sldChg chg="addSp delSp modSp new mod setBg">
        <pc:chgData name="Eric Würth" userId="S::wurer762@school.lu::fb07fef6-a699-4477-a827-ffd8b41a02e8" providerId="AD" clId="Web-{7162534A-363C-F6BC-F16B-858E35A9AE6D}" dt="2026-01-18T21:14:06.950" v="64"/>
        <pc:sldMkLst>
          <pc:docMk/>
          <pc:sldMk cId="2305252938" sldId="290"/>
        </pc:sldMkLst>
        <pc:spChg chg="mod">
          <ac:chgData name="Eric Würth" userId="S::wurer762@school.lu::fb07fef6-a699-4477-a827-ffd8b41a02e8" providerId="AD" clId="Web-{7162534A-363C-F6BC-F16B-858E35A9AE6D}" dt="2026-01-18T21:14:06.950" v="64"/>
          <ac:spMkLst>
            <pc:docMk/>
            <pc:sldMk cId="2305252938" sldId="290"/>
            <ac:spMk id="2" creationId="{1420AF63-E809-1432-6727-14EC87287AF6}"/>
          </ac:spMkLst>
        </pc:spChg>
        <pc:spChg chg="del mod">
          <ac:chgData name="Eric Würth" userId="S::wurer762@school.lu::fb07fef6-a699-4477-a827-ffd8b41a02e8" providerId="AD" clId="Web-{7162534A-363C-F6BC-F16B-858E35A9AE6D}" dt="2026-01-18T21:14:06.950" v="64"/>
          <ac:spMkLst>
            <pc:docMk/>
            <pc:sldMk cId="2305252938" sldId="290"/>
            <ac:spMk id="3" creationId="{28FDA203-F998-D57B-10FF-DA6CCD8B601F}"/>
          </ac:spMkLst>
        </pc:spChg>
        <pc:spChg chg="add">
          <ac:chgData name="Eric Würth" userId="S::wurer762@school.lu::fb07fef6-a699-4477-a827-ffd8b41a02e8" providerId="AD" clId="Web-{7162534A-363C-F6BC-F16B-858E35A9AE6D}" dt="2026-01-18T21:14:06.950" v="64"/>
          <ac:spMkLst>
            <pc:docMk/>
            <pc:sldMk cId="2305252938" sldId="290"/>
            <ac:spMk id="9" creationId="{DBDA151C-5770-45E4-AAFF-59E7F403866D}"/>
          </ac:spMkLst>
        </pc:spChg>
        <pc:graphicFrameChg chg="add">
          <ac:chgData name="Eric Würth" userId="S::wurer762@school.lu::fb07fef6-a699-4477-a827-ffd8b41a02e8" providerId="AD" clId="Web-{7162534A-363C-F6BC-F16B-858E35A9AE6D}" dt="2026-01-18T21:14:06.950" v="64"/>
          <ac:graphicFrameMkLst>
            <pc:docMk/>
            <pc:sldMk cId="2305252938" sldId="290"/>
            <ac:graphicFrameMk id="5" creationId="{F54E1D79-B6E7-EBE5-C744-CF113CCC7EEA}"/>
          </ac:graphicFrameMkLst>
        </pc:graphicFrameChg>
        <pc:cxnChg chg="add">
          <ac:chgData name="Eric Würth" userId="S::wurer762@school.lu::fb07fef6-a699-4477-a827-ffd8b41a02e8" providerId="AD" clId="Web-{7162534A-363C-F6BC-F16B-858E35A9AE6D}" dt="2026-01-18T21:14:06.950" v="64"/>
          <ac:cxnSpMkLst>
            <pc:docMk/>
            <pc:sldMk cId="2305252938" sldId="290"/>
            <ac:cxnSpMk id="11" creationId="{05ADA91C-AD52-A530-A898-AD6E69874598}"/>
          </ac:cxnSpMkLst>
        </pc:cxnChg>
      </pc:sldChg>
      <pc:sldChg chg="addSp delSp modSp new mod setBg">
        <pc:chgData name="Eric Würth" userId="S::wurer762@school.lu::fb07fef6-a699-4477-a827-ffd8b41a02e8" providerId="AD" clId="Web-{7162534A-363C-F6BC-F16B-858E35A9AE6D}" dt="2026-01-18T22:02:17.707" v="323" actId="20577"/>
        <pc:sldMkLst>
          <pc:docMk/>
          <pc:sldMk cId="2593676230" sldId="291"/>
        </pc:sldMkLst>
        <pc:spChg chg="mod">
          <ac:chgData name="Eric Würth" userId="S::wurer762@school.lu::fb07fef6-a699-4477-a827-ffd8b41a02e8" providerId="AD" clId="Web-{7162534A-363C-F6BC-F16B-858E35A9AE6D}" dt="2026-01-18T21:24:47.393" v="194"/>
          <ac:spMkLst>
            <pc:docMk/>
            <pc:sldMk cId="2593676230" sldId="291"/>
            <ac:spMk id="2" creationId="{2FBCE0B3-7D97-A139-1212-D0AC53ED55E0}"/>
          </ac:spMkLst>
        </pc:spChg>
        <pc:spChg chg="add del mod">
          <ac:chgData name="Eric Würth" userId="S::wurer762@school.lu::fb07fef6-a699-4477-a827-ffd8b41a02e8" providerId="AD" clId="Web-{7162534A-363C-F6BC-F16B-858E35A9AE6D}" dt="2026-01-18T22:02:17.707" v="323" actId="20577"/>
          <ac:spMkLst>
            <pc:docMk/>
            <pc:sldMk cId="2593676230" sldId="291"/>
            <ac:spMk id="3" creationId="{5F3F2FCE-B3D6-1713-E0F9-2390296A1814}"/>
          </ac:spMkLst>
        </pc:spChg>
        <pc:spChg chg="add del">
          <ac:chgData name="Eric Würth" userId="S::wurer762@school.lu::fb07fef6-a699-4477-a827-ffd8b41a02e8" providerId="AD" clId="Web-{7162534A-363C-F6BC-F16B-858E35A9AE6D}" dt="2026-01-18T21:24:12.236" v="191"/>
          <ac:spMkLst>
            <pc:docMk/>
            <pc:sldMk cId="2593676230" sldId="291"/>
            <ac:spMk id="6" creationId="{89BBA96D-760C-44C0-B94F-3FDC8357B2C8}"/>
          </ac:spMkLst>
        </pc:spChg>
        <pc:spChg chg="add del">
          <ac:chgData name="Eric Würth" userId="S::wurer762@school.lu::fb07fef6-a699-4477-a827-ffd8b41a02e8" providerId="AD" clId="Web-{7162534A-363C-F6BC-F16B-858E35A9AE6D}" dt="2026-01-18T21:24:12.236" v="191"/>
          <ac:spMkLst>
            <pc:docMk/>
            <pc:sldMk cId="2593676230" sldId="291"/>
            <ac:spMk id="7" creationId="{EAA5F1BF-F733-47EA-A79A-01F3AD5A7988}"/>
          </ac:spMkLst>
        </pc:spChg>
        <pc:spChg chg="add del">
          <ac:chgData name="Eric Würth" userId="S::wurer762@school.lu::fb07fef6-a699-4477-a827-ffd8b41a02e8" providerId="AD" clId="Web-{7162534A-363C-F6BC-F16B-858E35A9AE6D}" dt="2026-01-18T21:24:47.393" v="194"/>
          <ac:spMkLst>
            <pc:docMk/>
            <pc:sldMk cId="2593676230" sldId="291"/>
            <ac:spMk id="8" creationId="{DBDA151C-5770-45E4-AAFF-59E7F403866D}"/>
          </ac:spMkLst>
        </pc:spChg>
        <pc:spChg chg="add del">
          <ac:chgData name="Eric Würth" userId="S::wurer762@school.lu::fb07fef6-a699-4477-a827-ffd8b41a02e8" providerId="AD" clId="Web-{7162534A-363C-F6BC-F16B-858E35A9AE6D}" dt="2026-01-18T21:23:37.501" v="188"/>
          <ac:spMkLst>
            <pc:docMk/>
            <pc:sldMk cId="2593676230" sldId="291"/>
            <ac:spMk id="9" creationId="{744CAA32-F237-419C-A2DD-43C28D920D3C}"/>
          </ac:spMkLst>
        </pc:spChg>
        <pc:graphicFrameChg chg="add del">
          <ac:chgData name="Eric Würth" userId="S::wurer762@school.lu::fb07fef6-a699-4477-a827-ffd8b41a02e8" providerId="AD" clId="Web-{7162534A-363C-F6BC-F16B-858E35A9AE6D}" dt="2026-01-18T21:24:58.379" v="196"/>
          <ac:graphicFrameMkLst>
            <pc:docMk/>
            <pc:sldMk cId="2593676230" sldId="291"/>
            <ac:graphicFrameMk id="12" creationId="{9D92ADAE-F07F-0299-989E-C5BC16A0AE24}"/>
          </ac:graphicFrameMkLst>
        </pc:graphicFrameChg>
        <pc:picChg chg="add del mod ord">
          <ac:chgData name="Eric Würth" userId="S::wurer762@school.lu::fb07fef6-a699-4477-a827-ffd8b41a02e8" providerId="AD" clId="Web-{7162534A-363C-F6BC-F16B-858E35A9AE6D}" dt="2026-01-18T21:24:16.283" v="192"/>
          <ac:picMkLst>
            <pc:docMk/>
            <pc:sldMk cId="2593676230" sldId="291"/>
            <ac:picMk id="4" creationId="{9910DE9A-5D30-6A0B-B8CB-860BEEBDF2E7}"/>
          </ac:picMkLst>
        </pc:picChg>
        <pc:picChg chg="add del">
          <ac:chgData name="Eric Würth" userId="S::wurer762@school.lu::fb07fef6-a699-4477-a827-ffd8b41a02e8" providerId="AD" clId="Web-{7162534A-363C-F6BC-F16B-858E35A9AE6D}" dt="2026-01-18T21:23:37.501" v="188"/>
          <ac:picMkLst>
            <pc:docMk/>
            <pc:sldMk cId="2593676230" sldId="291"/>
            <ac:picMk id="5" creationId="{7CD01D47-E998-DFA6-A51C-4A34D60F76FA}"/>
          </ac:picMkLst>
        </pc:picChg>
        <pc:cxnChg chg="add del">
          <ac:chgData name="Eric Würth" userId="S::wurer762@school.lu::fb07fef6-a699-4477-a827-ffd8b41a02e8" providerId="AD" clId="Web-{7162534A-363C-F6BC-F16B-858E35A9AE6D}" dt="2026-01-18T21:24:47.393" v="194"/>
          <ac:cxnSpMkLst>
            <pc:docMk/>
            <pc:sldMk cId="2593676230" sldId="291"/>
            <ac:cxnSpMk id="10" creationId="{E62D3963-2153-4637-96E6-E31BD2CE5D0D}"/>
          </ac:cxnSpMkLst>
        </pc:cxnChg>
        <pc:cxnChg chg="add del">
          <ac:chgData name="Eric Würth" userId="S::wurer762@school.lu::fb07fef6-a699-4477-a827-ffd8b41a02e8" providerId="AD" clId="Web-{7162534A-363C-F6BC-F16B-858E35A9AE6D}" dt="2026-01-18T21:23:37.501" v="188"/>
          <ac:cxnSpMkLst>
            <pc:docMk/>
            <pc:sldMk cId="2593676230" sldId="291"/>
            <ac:cxnSpMk id="11" creationId="{753FE100-D0AB-4AE2-824B-60CFA31EC6A2}"/>
          </ac:cxnSpMkLst>
        </pc:cxnChg>
        <pc:cxnChg chg="add del">
          <ac:chgData name="Eric Würth" userId="S::wurer762@school.lu::fb07fef6-a699-4477-a827-ffd8b41a02e8" providerId="AD" clId="Web-{7162534A-363C-F6BC-F16B-858E35A9AE6D}" dt="2026-01-18T21:24:12.236" v="191"/>
          <ac:cxnSpMkLst>
            <pc:docMk/>
            <pc:sldMk cId="2593676230" sldId="291"/>
            <ac:cxnSpMk id="13" creationId="{652938D1-813E-4650-AAB9-E09257454FF2}"/>
          </ac:cxnSpMkLst>
        </pc:cxnChg>
      </pc:sldChg>
      <pc:sldChg chg="addSp delSp modSp new mod setBg">
        <pc:chgData name="Eric Würth" userId="S::wurer762@school.lu::fb07fef6-a699-4477-a827-ffd8b41a02e8" providerId="AD" clId="Web-{7162534A-363C-F6BC-F16B-858E35A9AE6D}" dt="2026-01-18T22:02:14.848" v="322" actId="20577"/>
        <pc:sldMkLst>
          <pc:docMk/>
          <pc:sldMk cId="3663665790" sldId="292"/>
        </pc:sldMkLst>
        <pc:spChg chg="mod">
          <ac:chgData name="Eric Würth" userId="S::wurer762@school.lu::fb07fef6-a699-4477-a827-ffd8b41a02e8" providerId="AD" clId="Web-{7162534A-363C-F6BC-F16B-858E35A9AE6D}" dt="2026-01-18T21:45:52.676" v="302"/>
          <ac:spMkLst>
            <pc:docMk/>
            <pc:sldMk cId="3663665790" sldId="292"/>
            <ac:spMk id="2" creationId="{EFE7808C-F80E-D7B3-2580-B6B47B0FD83E}"/>
          </ac:spMkLst>
        </pc:spChg>
        <pc:spChg chg="mod ord">
          <ac:chgData name="Eric Würth" userId="S::wurer762@school.lu::fb07fef6-a699-4477-a827-ffd8b41a02e8" providerId="AD" clId="Web-{7162534A-363C-F6BC-F16B-858E35A9AE6D}" dt="2026-01-18T22:02:14.848" v="322" actId="20577"/>
          <ac:spMkLst>
            <pc:docMk/>
            <pc:sldMk cId="3663665790" sldId="292"/>
            <ac:spMk id="3" creationId="{F53AAB9B-F723-9DD3-41A7-9F5B5FE52832}"/>
          </ac:spMkLst>
        </pc:spChg>
        <pc:spChg chg="add del">
          <ac:chgData name="Eric Würth" userId="S::wurer762@school.lu::fb07fef6-a699-4477-a827-ffd8b41a02e8" providerId="AD" clId="Web-{7162534A-363C-F6BC-F16B-858E35A9AE6D}" dt="2026-01-18T21:45:16.956" v="296"/>
          <ac:spMkLst>
            <pc:docMk/>
            <pc:sldMk cId="3663665790" sldId="292"/>
            <ac:spMk id="9" creationId="{406BD704-01C2-4341-B99A-116CC7EC56EF}"/>
          </ac:spMkLst>
        </pc:spChg>
        <pc:spChg chg="add del">
          <ac:chgData name="Eric Würth" userId="S::wurer762@school.lu::fb07fef6-a699-4477-a827-ffd8b41a02e8" providerId="AD" clId="Web-{7162534A-363C-F6BC-F16B-858E35A9AE6D}" dt="2026-01-18T21:45:16.956" v="296"/>
          <ac:spMkLst>
            <pc:docMk/>
            <pc:sldMk cId="3663665790" sldId="292"/>
            <ac:spMk id="11" creationId="{0225C01B-A296-4FAA-AA46-794F27DF6934}"/>
          </ac:spMkLst>
        </pc:spChg>
        <pc:spChg chg="add del">
          <ac:chgData name="Eric Würth" userId="S::wurer762@school.lu::fb07fef6-a699-4477-a827-ffd8b41a02e8" providerId="AD" clId="Web-{7162534A-363C-F6BC-F16B-858E35A9AE6D}" dt="2026-01-18T21:45:52.676" v="302"/>
          <ac:spMkLst>
            <pc:docMk/>
            <pc:sldMk cId="3663665790" sldId="292"/>
            <ac:spMk id="15" creationId="{744CAA32-F237-419C-A2DD-43C28D920D3C}"/>
          </ac:spMkLst>
        </pc:spChg>
        <pc:spChg chg="add">
          <ac:chgData name="Eric Würth" userId="S::wurer762@school.lu::fb07fef6-a699-4477-a827-ffd8b41a02e8" providerId="AD" clId="Web-{7162534A-363C-F6BC-F16B-858E35A9AE6D}" dt="2026-01-18T21:45:52.676" v="302"/>
          <ac:spMkLst>
            <pc:docMk/>
            <pc:sldMk cId="3663665790" sldId="292"/>
            <ac:spMk id="21" creationId="{744CAA32-F237-419C-A2DD-43C28D920D3C}"/>
          </ac:spMkLst>
        </pc:spChg>
        <pc:picChg chg="add mod ord">
          <ac:chgData name="Eric Würth" userId="S::wurer762@school.lu::fb07fef6-a699-4477-a827-ffd8b41a02e8" providerId="AD" clId="Web-{7162534A-363C-F6BC-F16B-858E35A9AE6D}" dt="2026-01-18T21:45:52.676" v="302"/>
          <ac:picMkLst>
            <pc:docMk/>
            <pc:sldMk cId="3663665790" sldId="292"/>
            <ac:picMk id="4" creationId="{2CC2050A-92AD-F247-E44F-8B9F4226EA05}"/>
          </ac:picMkLst>
        </pc:picChg>
        <pc:cxnChg chg="add del">
          <ac:chgData name="Eric Würth" userId="S::wurer762@school.lu::fb07fef6-a699-4477-a827-ffd8b41a02e8" providerId="AD" clId="Web-{7162534A-363C-F6BC-F16B-858E35A9AE6D}" dt="2026-01-18T21:45:16.956" v="296"/>
          <ac:cxnSpMkLst>
            <pc:docMk/>
            <pc:sldMk cId="3663665790" sldId="292"/>
            <ac:cxnSpMk id="13" creationId="{62713E66-598D-4B8A-9D2A-67C7AF46EF11}"/>
          </ac:cxnSpMkLst>
        </pc:cxnChg>
        <pc:cxnChg chg="add del">
          <ac:chgData name="Eric Würth" userId="S::wurer762@school.lu::fb07fef6-a699-4477-a827-ffd8b41a02e8" providerId="AD" clId="Web-{7162534A-363C-F6BC-F16B-858E35A9AE6D}" dt="2026-01-18T21:45:52.676" v="302"/>
          <ac:cxnSpMkLst>
            <pc:docMk/>
            <pc:sldMk cId="3663665790" sldId="292"/>
            <ac:cxnSpMk id="16" creationId="{92025DBA-8780-9CA0-2826-FF6E3BD1A0C9}"/>
          </ac:cxnSpMkLst>
        </pc:cxnChg>
        <pc:cxnChg chg="add">
          <ac:chgData name="Eric Würth" userId="S::wurer762@school.lu::fb07fef6-a699-4477-a827-ffd8b41a02e8" providerId="AD" clId="Web-{7162534A-363C-F6BC-F16B-858E35A9AE6D}" dt="2026-01-18T21:45:52.676" v="302"/>
          <ac:cxnSpMkLst>
            <pc:docMk/>
            <pc:sldMk cId="3663665790" sldId="292"/>
            <ac:cxnSpMk id="23" creationId="{691422F5-4221-4812-AFD9-5479C6D60AD9}"/>
          </ac:cxnSpMkLst>
        </pc:cxnChg>
      </pc:sldChg>
    </pc:docChg>
  </pc:docChgLst>
  <pc:docChgLst>
    <pc:chgData name="Eric Würth" userId="S::wurer762@school.lu::fb07fef6-a699-4477-a827-ffd8b41a02e8" providerId="AD" clId="Web-{2CD56E13-0C4C-EE00-77CA-6F71C52004AE}"/>
    <pc:docChg chg="delSld modSld">
      <pc:chgData name="Eric Würth" userId="S::wurer762@school.lu::fb07fef6-a699-4477-a827-ffd8b41a02e8" providerId="AD" clId="Web-{2CD56E13-0C4C-EE00-77CA-6F71C52004AE}" dt="2026-01-11T22:34:07.207" v="8" actId="20577"/>
      <pc:docMkLst>
        <pc:docMk/>
      </pc:docMkLst>
      <pc:sldChg chg="modSp">
        <pc:chgData name="Eric Würth" userId="S::wurer762@school.lu::fb07fef6-a699-4477-a827-ffd8b41a02e8" providerId="AD" clId="Web-{2CD56E13-0C4C-EE00-77CA-6F71C52004AE}" dt="2026-01-11T22:34:07.207" v="8" actId="20577"/>
        <pc:sldMkLst>
          <pc:docMk/>
          <pc:sldMk cId="3743902495" sldId="285"/>
        </pc:sldMkLst>
      </pc:sldChg>
    </pc:docChg>
  </pc:docChgLst>
  <pc:docChgLst>
    <pc:chgData name="Eric Würth" userId="S::wurer762@school.lu::fb07fef6-a699-4477-a827-ffd8b41a02e8" providerId="AD" clId="Web-{0F0D6F06-4566-78B5-1DB3-5EF861E5E047}"/>
    <pc:docChg chg="addSld modSld">
      <pc:chgData name="Eric Würth" userId="S::wurer762@school.lu::fb07fef6-a699-4477-a827-ffd8b41a02e8" providerId="AD" clId="Web-{0F0D6F06-4566-78B5-1DB3-5EF861E5E047}" dt="2026-01-12T06:43:17.604" v="56"/>
      <pc:docMkLst>
        <pc:docMk/>
      </pc:docMkLst>
      <pc:sldChg chg="addSp modSp new mod setBg">
        <pc:chgData name="Eric Würth" userId="S::wurer762@school.lu::fb07fef6-a699-4477-a827-ffd8b41a02e8" providerId="AD" clId="Web-{0F0D6F06-4566-78B5-1DB3-5EF861E5E047}" dt="2026-01-12T06:43:17.604" v="56"/>
        <pc:sldMkLst>
          <pc:docMk/>
          <pc:sldMk cId="725218592" sldId="289"/>
        </pc:sldMkLst>
        <pc:spChg chg="mod">
          <ac:chgData name="Eric Würth" userId="S::wurer762@school.lu::fb07fef6-a699-4477-a827-ffd8b41a02e8" providerId="AD" clId="Web-{0F0D6F06-4566-78B5-1DB3-5EF861E5E047}" dt="2026-01-12T06:43:17.604" v="56"/>
          <ac:spMkLst>
            <pc:docMk/>
            <pc:sldMk cId="725218592" sldId="289"/>
            <ac:spMk id="2" creationId="{28E40F2B-4379-CE94-ADD0-5AD9F353A815}"/>
          </ac:spMkLst>
        </pc:spChg>
        <pc:spChg chg="mod">
          <ac:chgData name="Eric Würth" userId="S::wurer762@school.lu::fb07fef6-a699-4477-a827-ffd8b41a02e8" providerId="AD" clId="Web-{0F0D6F06-4566-78B5-1DB3-5EF861E5E047}" dt="2026-01-12T06:43:17.604" v="56"/>
          <ac:spMkLst>
            <pc:docMk/>
            <pc:sldMk cId="725218592" sldId="289"/>
            <ac:spMk id="3" creationId="{D1DFE3C3-3EC6-083B-01B1-9D328B422BED}"/>
          </ac:spMkLst>
        </pc:spChg>
        <pc:spChg chg="add">
          <ac:chgData name="Eric Würth" userId="S::wurer762@school.lu::fb07fef6-a699-4477-a827-ffd8b41a02e8" providerId="AD" clId="Web-{0F0D6F06-4566-78B5-1DB3-5EF861E5E047}" dt="2026-01-12T06:43:17.604" v="56"/>
          <ac:spMkLst>
            <pc:docMk/>
            <pc:sldMk cId="725218592" sldId="289"/>
            <ac:spMk id="10" creationId="{744CAA32-F237-419C-A2DD-43C28D920D3C}"/>
          </ac:spMkLst>
        </pc:spChg>
        <pc:picChg chg="add">
          <ac:chgData name="Eric Würth" userId="S::wurer762@school.lu::fb07fef6-a699-4477-a827-ffd8b41a02e8" providerId="AD" clId="Web-{0F0D6F06-4566-78B5-1DB3-5EF861E5E047}" dt="2026-01-12T06:43:17.604" v="56"/>
          <ac:picMkLst>
            <pc:docMk/>
            <pc:sldMk cId="725218592" sldId="289"/>
            <ac:picMk id="7" creationId="{D5AE7D18-40AF-9617-8C34-8691845655D1}"/>
          </ac:picMkLst>
        </pc:picChg>
        <pc:cxnChg chg="add">
          <ac:chgData name="Eric Würth" userId="S::wurer762@school.lu::fb07fef6-a699-4477-a827-ffd8b41a02e8" providerId="AD" clId="Web-{0F0D6F06-4566-78B5-1DB3-5EF861E5E047}" dt="2026-01-12T06:43:17.604" v="56"/>
          <ac:cxnSpMkLst>
            <pc:docMk/>
            <pc:sldMk cId="725218592" sldId="289"/>
            <ac:cxnSpMk id="12" creationId="{753FE100-D0AB-4AE2-824B-60CFA31EC6A2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svg"/><Relationship Id="rId9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svg"/><Relationship Id="rId9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6C337-ADB6-4AD2-B7CE-F2B472ABD1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FE086F-B4AF-40C5-9F78-08CDBE411EA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A </a:t>
          </a:r>
          <a:r>
            <a:rPr lang="de-DE" dirty="0" err="1"/>
            <a:t>computer</a:t>
          </a:r>
          <a:r>
            <a:rPr lang="de-DE" dirty="0"/>
            <a:t> </a:t>
          </a:r>
          <a:r>
            <a:rPr lang="de-DE" dirty="0" err="1"/>
            <a:t>designed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be</a:t>
          </a:r>
          <a:r>
            <a:rPr lang="de-DE" dirty="0"/>
            <a:t> </a:t>
          </a:r>
          <a:r>
            <a:rPr lang="de-DE" dirty="0" err="1"/>
            <a:t>easily</a:t>
          </a:r>
          <a:r>
            <a:rPr lang="de-DE" dirty="0"/>
            <a:t> </a:t>
          </a:r>
          <a:r>
            <a:rPr lang="de-DE" dirty="0" err="1"/>
            <a:t>carried</a:t>
          </a:r>
          <a:r>
            <a:rPr lang="de-DE" dirty="0"/>
            <a:t> and </a:t>
          </a:r>
          <a:r>
            <a:rPr lang="de-DE" dirty="0" err="1"/>
            <a:t>used</a:t>
          </a:r>
          <a:r>
            <a:rPr lang="de-DE" dirty="0"/>
            <a:t> </a:t>
          </a:r>
          <a:r>
            <a:rPr lang="de-DE" dirty="0" err="1"/>
            <a:t>anywhere</a:t>
          </a:r>
          <a:r>
            <a:rPr lang="de-DE" dirty="0"/>
            <a:t>.</a:t>
          </a:r>
          <a:endParaRPr lang="en-US" dirty="0"/>
        </a:p>
      </dgm:t>
    </dgm:pt>
    <dgm:pt modelId="{20D4B5F5-1B29-4704-A32C-14846745B671}" type="parTrans" cxnId="{A3FB73E9-2F91-4B63-9EA0-96F1F7102D5E}">
      <dgm:prSet/>
      <dgm:spPr/>
      <dgm:t>
        <a:bodyPr/>
        <a:lstStyle/>
        <a:p>
          <a:endParaRPr lang="en-US"/>
        </a:p>
      </dgm:t>
    </dgm:pt>
    <dgm:pt modelId="{F5CD5208-92A2-4B13-9C01-E91451F548B3}" type="sibTrans" cxnId="{A3FB73E9-2F91-4B63-9EA0-96F1F7102D5E}">
      <dgm:prSet/>
      <dgm:spPr/>
      <dgm:t>
        <a:bodyPr/>
        <a:lstStyle/>
        <a:p>
          <a:endParaRPr lang="en-US"/>
        </a:p>
      </dgm:t>
    </dgm:pt>
    <dgm:pt modelId="{0E7F9579-F8AC-40BB-8993-93E7C464B24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Runs on </a:t>
          </a:r>
          <a:r>
            <a:rPr lang="de-DE" dirty="0" err="1"/>
            <a:t>battery</a:t>
          </a:r>
          <a:r>
            <a:rPr lang="de-DE" dirty="0"/>
            <a:t>.</a:t>
          </a:r>
          <a:endParaRPr lang="en-US" dirty="0">
            <a:latin typeface="Grandview Display"/>
          </a:endParaRPr>
        </a:p>
      </dgm:t>
    </dgm:pt>
    <dgm:pt modelId="{CA5EA088-3039-417D-86C7-0613B2B7C1D4}" type="parTrans" cxnId="{23B8611E-BDB9-4256-814E-2992D21236EE}">
      <dgm:prSet/>
      <dgm:spPr/>
      <dgm:t>
        <a:bodyPr/>
        <a:lstStyle/>
        <a:p>
          <a:endParaRPr lang="en-US"/>
        </a:p>
      </dgm:t>
    </dgm:pt>
    <dgm:pt modelId="{8542A8BB-9DD7-4493-A1AD-F17F06E67EA8}" type="sibTrans" cxnId="{23B8611E-BDB9-4256-814E-2992D21236EE}">
      <dgm:prSet/>
      <dgm:spPr/>
      <dgm:t>
        <a:bodyPr/>
        <a:lstStyle/>
        <a:p>
          <a:endParaRPr lang="en-US"/>
        </a:p>
      </dgm:t>
    </dgm:pt>
    <dgm:pt modelId="{8BEFBAE2-79E5-41E9-B4FC-D11E1D87208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Has</a:t>
          </a:r>
          <a:r>
            <a:rPr lang="de-DE" dirty="0"/>
            <a:t> an </a:t>
          </a:r>
          <a:r>
            <a:rPr lang="de-DE" dirty="0" err="1"/>
            <a:t>integrated</a:t>
          </a:r>
          <a:r>
            <a:rPr lang="de-DE" dirty="0"/>
            <a:t> screen, </a:t>
          </a:r>
          <a:r>
            <a:rPr lang="de-DE" dirty="0" err="1"/>
            <a:t>keyboard</a:t>
          </a:r>
          <a:r>
            <a:rPr lang="de-DE" dirty="0"/>
            <a:t>, and </a:t>
          </a:r>
          <a:r>
            <a:rPr lang="de-DE" dirty="0" err="1"/>
            <a:t>often</a:t>
          </a:r>
          <a:r>
            <a:rPr lang="de-DE" dirty="0"/>
            <a:t> a </a:t>
          </a:r>
          <a:r>
            <a:rPr lang="de-DE" dirty="0" err="1"/>
            <a:t>touchpad</a:t>
          </a:r>
          <a:r>
            <a:rPr lang="de-DE" dirty="0"/>
            <a:t>.</a:t>
          </a:r>
        </a:p>
      </dgm:t>
    </dgm:pt>
    <dgm:pt modelId="{0281CE4E-4366-457C-B5EB-DD5FE47FFE4A}" type="parTrans" cxnId="{D8B0D6F4-0301-4FEE-B075-9656B476785B}">
      <dgm:prSet/>
      <dgm:spPr/>
    </dgm:pt>
    <dgm:pt modelId="{27373F36-234A-4EC3-84A5-F0732B86442F}" type="sibTrans" cxnId="{D8B0D6F4-0301-4FEE-B075-9656B476785B}">
      <dgm:prSet/>
      <dgm:spPr/>
    </dgm:pt>
    <dgm:pt modelId="{69C1EF23-8742-4206-B3AF-C5FEE8DA3C05}" type="pres">
      <dgm:prSet presAssocID="{DED6C337-ADB6-4AD2-B7CE-F2B472ABD13F}" presName="root" presStyleCnt="0">
        <dgm:presLayoutVars>
          <dgm:dir/>
          <dgm:resizeHandles val="exact"/>
        </dgm:presLayoutVars>
      </dgm:prSet>
      <dgm:spPr/>
    </dgm:pt>
    <dgm:pt modelId="{414F3DC2-23EC-42A7-83D4-56483F4D2A32}" type="pres">
      <dgm:prSet presAssocID="{8EFE086F-B4AF-40C5-9F78-08CDBE411EAA}" presName="compNode" presStyleCnt="0"/>
      <dgm:spPr/>
    </dgm:pt>
    <dgm:pt modelId="{987B25F8-FEC7-4F6A-AC06-B4D5113078D4}" type="pres">
      <dgm:prSet presAssocID="{8EFE086F-B4AF-40C5-9F78-08CDBE411EAA}" presName="bgRect" presStyleLbl="bgShp" presStyleIdx="0" presStyleCnt="3"/>
      <dgm:spPr/>
    </dgm:pt>
    <dgm:pt modelId="{68F4DB3D-37A6-4E74-AA2B-3824995F52BD}" type="pres">
      <dgm:prSet presAssocID="{8EFE086F-B4AF-40C5-9F78-08CDBE411E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F5BAD15F-0337-499D-BC74-ABC561A8AAA4}" type="pres">
      <dgm:prSet presAssocID="{8EFE086F-B4AF-40C5-9F78-08CDBE411EAA}" presName="spaceRect" presStyleCnt="0"/>
      <dgm:spPr/>
    </dgm:pt>
    <dgm:pt modelId="{F8069997-7553-427C-BF6F-AFF8A9854B66}" type="pres">
      <dgm:prSet presAssocID="{8EFE086F-B4AF-40C5-9F78-08CDBE411EAA}" presName="parTx" presStyleLbl="revTx" presStyleIdx="0" presStyleCnt="3">
        <dgm:presLayoutVars>
          <dgm:chMax val="0"/>
          <dgm:chPref val="0"/>
        </dgm:presLayoutVars>
      </dgm:prSet>
      <dgm:spPr/>
    </dgm:pt>
    <dgm:pt modelId="{735FAC62-501C-48AB-866C-94438BE09234}" type="pres">
      <dgm:prSet presAssocID="{F5CD5208-92A2-4B13-9C01-E91451F548B3}" presName="sibTrans" presStyleCnt="0"/>
      <dgm:spPr/>
    </dgm:pt>
    <dgm:pt modelId="{9A63C7A7-5445-428D-A387-194EC04A3226}" type="pres">
      <dgm:prSet presAssocID="{0E7F9579-F8AC-40BB-8993-93E7C464B241}" presName="compNode" presStyleCnt="0"/>
      <dgm:spPr/>
    </dgm:pt>
    <dgm:pt modelId="{673081C9-5752-406A-90DD-1011112A3286}" type="pres">
      <dgm:prSet presAssocID="{0E7F9579-F8AC-40BB-8993-93E7C464B241}" presName="bgRect" presStyleLbl="bgShp" presStyleIdx="1" presStyleCnt="3"/>
      <dgm:spPr/>
    </dgm:pt>
    <dgm:pt modelId="{34DD3546-911C-4631-847C-01654FC8B80D}" type="pres">
      <dgm:prSet presAssocID="{0E7F9579-F8AC-40BB-8993-93E7C464B2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8ADB5CD7-F2AB-40A3-95D0-86B7BC53663E}" type="pres">
      <dgm:prSet presAssocID="{0E7F9579-F8AC-40BB-8993-93E7C464B241}" presName="spaceRect" presStyleCnt="0"/>
      <dgm:spPr/>
    </dgm:pt>
    <dgm:pt modelId="{34F67DE1-9173-465F-83AB-9D2168C4CF31}" type="pres">
      <dgm:prSet presAssocID="{0E7F9579-F8AC-40BB-8993-93E7C464B241}" presName="parTx" presStyleLbl="revTx" presStyleIdx="1" presStyleCnt="3">
        <dgm:presLayoutVars>
          <dgm:chMax val="0"/>
          <dgm:chPref val="0"/>
        </dgm:presLayoutVars>
      </dgm:prSet>
      <dgm:spPr/>
    </dgm:pt>
    <dgm:pt modelId="{39000D7F-AECC-42C0-A121-E397D7D63885}" type="pres">
      <dgm:prSet presAssocID="{8542A8BB-9DD7-4493-A1AD-F17F06E67EA8}" presName="sibTrans" presStyleCnt="0"/>
      <dgm:spPr/>
    </dgm:pt>
    <dgm:pt modelId="{168B2E4C-FEC8-4C40-880E-2EAE454EF0DD}" type="pres">
      <dgm:prSet presAssocID="{8BEFBAE2-79E5-41E9-B4FC-D11E1D87208B}" presName="compNode" presStyleCnt="0"/>
      <dgm:spPr/>
    </dgm:pt>
    <dgm:pt modelId="{E5A82614-EFDB-424A-B843-96FDADEC9A6F}" type="pres">
      <dgm:prSet presAssocID="{8BEFBAE2-79E5-41E9-B4FC-D11E1D87208B}" presName="bgRect" presStyleLbl="bgShp" presStyleIdx="2" presStyleCnt="3"/>
      <dgm:spPr/>
    </dgm:pt>
    <dgm:pt modelId="{649DF59F-CD2E-4316-935B-6EF3D51E036E}" type="pres">
      <dgm:prSet presAssocID="{8BEFBAE2-79E5-41E9-B4FC-D11E1D8720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board icon, SVG and PNG | Game-icons.net"/>
        </a:ext>
      </dgm:extLst>
    </dgm:pt>
    <dgm:pt modelId="{F36C3A04-E52D-4890-8FCB-E9B6DB9EF8C0}" type="pres">
      <dgm:prSet presAssocID="{8BEFBAE2-79E5-41E9-B4FC-D11E1D87208B}" presName="spaceRect" presStyleCnt="0"/>
      <dgm:spPr/>
    </dgm:pt>
    <dgm:pt modelId="{5EE5FD4F-C794-4198-A460-8AA84870EE7C}" type="pres">
      <dgm:prSet presAssocID="{8BEFBAE2-79E5-41E9-B4FC-D11E1D87208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3B8611E-BDB9-4256-814E-2992D21236EE}" srcId="{DED6C337-ADB6-4AD2-B7CE-F2B472ABD13F}" destId="{0E7F9579-F8AC-40BB-8993-93E7C464B241}" srcOrd="1" destOrd="0" parTransId="{CA5EA088-3039-417D-86C7-0613B2B7C1D4}" sibTransId="{8542A8BB-9DD7-4493-A1AD-F17F06E67EA8}"/>
    <dgm:cxn modelId="{9AC09031-D9CA-45FB-BB96-72213E630FF8}" type="presOf" srcId="{DED6C337-ADB6-4AD2-B7CE-F2B472ABD13F}" destId="{69C1EF23-8742-4206-B3AF-C5FEE8DA3C05}" srcOrd="0" destOrd="0" presId="urn:microsoft.com/office/officeart/2018/2/layout/IconVerticalSolidList"/>
    <dgm:cxn modelId="{4C94B253-E39A-4F33-BB23-CA561501921A}" type="presOf" srcId="{0E7F9579-F8AC-40BB-8993-93E7C464B241}" destId="{34F67DE1-9173-465F-83AB-9D2168C4CF31}" srcOrd="0" destOrd="0" presId="urn:microsoft.com/office/officeart/2018/2/layout/IconVerticalSolidList"/>
    <dgm:cxn modelId="{A3FB73E9-2F91-4B63-9EA0-96F1F7102D5E}" srcId="{DED6C337-ADB6-4AD2-B7CE-F2B472ABD13F}" destId="{8EFE086F-B4AF-40C5-9F78-08CDBE411EAA}" srcOrd="0" destOrd="0" parTransId="{20D4B5F5-1B29-4704-A32C-14846745B671}" sibTransId="{F5CD5208-92A2-4B13-9C01-E91451F548B3}"/>
    <dgm:cxn modelId="{D8B0D6F4-0301-4FEE-B075-9656B476785B}" srcId="{DED6C337-ADB6-4AD2-B7CE-F2B472ABD13F}" destId="{8BEFBAE2-79E5-41E9-B4FC-D11E1D87208B}" srcOrd="2" destOrd="0" parTransId="{0281CE4E-4366-457C-B5EB-DD5FE47FFE4A}" sibTransId="{27373F36-234A-4EC3-84A5-F0732B86442F}"/>
    <dgm:cxn modelId="{0A236CF8-9F49-43DF-B477-AF7ECE8D5583}" type="presOf" srcId="{8BEFBAE2-79E5-41E9-B4FC-D11E1D87208B}" destId="{5EE5FD4F-C794-4198-A460-8AA84870EE7C}" srcOrd="0" destOrd="0" presId="urn:microsoft.com/office/officeart/2018/2/layout/IconVerticalSolidList"/>
    <dgm:cxn modelId="{F06621FA-46D4-48FD-91A8-052604233320}" type="presOf" srcId="{8EFE086F-B4AF-40C5-9F78-08CDBE411EAA}" destId="{F8069997-7553-427C-BF6F-AFF8A9854B66}" srcOrd="0" destOrd="0" presId="urn:microsoft.com/office/officeart/2018/2/layout/IconVerticalSolidList"/>
    <dgm:cxn modelId="{E3A855F2-2552-4D0E-BC18-1B7918B52002}" type="presParOf" srcId="{69C1EF23-8742-4206-B3AF-C5FEE8DA3C05}" destId="{414F3DC2-23EC-42A7-83D4-56483F4D2A32}" srcOrd="0" destOrd="0" presId="urn:microsoft.com/office/officeart/2018/2/layout/IconVerticalSolidList"/>
    <dgm:cxn modelId="{67B0C90B-3825-41BB-9952-2CF7C4A6A3C1}" type="presParOf" srcId="{414F3DC2-23EC-42A7-83D4-56483F4D2A32}" destId="{987B25F8-FEC7-4F6A-AC06-B4D5113078D4}" srcOrd="0" destOrd="0" presId="urn:microsoft.com/office/officeart/2018/2/layout/IconVerticalSolidList"/>
    <dgm:cxn modelId="{AFB1DD70-EE15-4931-BE8A-91D2BFE7156A}" type="presParOf" srcId="{414F3DC2-23EC-42A7-83D4-56483F4D2A32}" destId="{68F4DB3D-37A6-4E74-AA2B-3824995F52BD}" srcOrd="1" destOrd="0" presId="urn:microsoft.com/office/officeart/2018/2/layout/IconVerticalSolidList"/>
    <dgm:cxn modelId="{28F6DCA9-2683-44EE-A264-A7474647FF57}" type="presParOf" srcId="{414F3DC2-23EC-42A7-83D4-56483F4D2A32}" destId="{F5BAD15F-0337-499D-BC74-ABC561A8AAA4}" srcOrd="2" destOrd="0" presId="urn:microsoft.com/office/officeart/2018/2/layout/IconVerticalSolidList"/>
    <dgm:cxn modelId="{70C47DCA-4DA5-474F-8C58-D23FBF6D0C50}" type="presParOf" srcId="{414F3DC2-23EC-42A7-83D4-56483F4D2A32}" destId="{F8069997-7553-427C-BF6F-AFF8A9854B66}" srcOrd="3" destOrd="0" presId="urn:microsoft.com/office/officeart/2018/2/layout/IconVerticalSolidList"/>
    <dgm:cxn modelId="{633FA9F0-0A5E-4924-9320-BE03E88E1669}" type="presParOf" srcId="{69C1EF23-8742-4206-B3AF-C5FEE8DA3C05}" destId="{735FAC62-501C-48AB-866C-94438BE09234}" srcOrd="1" destOrd="0" presId="urn:microsoft.com/office/officeart/2018/2/layout/IconVerticalSolidList"/>
    <dgm:cxn modelId="{2E1D00FA-8358-4475-B61B-95175CF9B390}" type="presParOf" srcId="{69C1EF23-8742-4206-B3AF-C5FEE8DA3C05}" destId="{9A63C7A7-5445-428D-A387-194EC04A3226}" srcOrd="2" destOrd="0" presId="urn:microsoft.com/office/officeart/2018/2/layout/IconVerticalSolidList"/>
    <dgm:cxn modelId="{E38DF4D5-ED92-44CF-B45E-261148944338}" type="presParOf" srcId="{9A63C7A7-5445-428D-A387-194EC04A3226}" destId="{673081C9-5752-406A-90DD-1011112A3286}" srcOrd="0" destOrd="0" presId="urn:microsoft.com/office/officeart/2018/2/layout/IconVerticalSolidList"/>
    <dgm:cxn modelId="{DECD5AD6-DDD4-452E-ACD8-5F83FAA9D130}" type="presParOf" srcId="{9A63C7A7-5445-428D-A387-194EC04A3226}" destId="{34DD3546-911C-4631-847C-01654FC8B80D}" srcOrd="1" destOrd="0" presId="urn:microsoft.com/office/officeart/2018/2/layout/IconVerticalSolidList"/>
    <dgm:cxn modelId="{A4A181C3-2D24-40C5-9991-247F52808B8C}" type="presParOf" srcId="{9A63C7A7-5445-428D-A387-194EC04A3226}" destId="{8ADB5CD7-F2AB-40A3-95D0-86B7BC53663E}" srcOrd="2" destOrd="0" presId="urn:microsoft.com/office/officeart/2018/2/layout/IconVerticalSolidList"/>
    <dgm:cxn modelId="{4502F8BA-EB5E-45C4-B7C3-8E1D8F8EEA13}" type="presParOf" srcId="{9A63C7A7-5445-428D-A387-194EC04A3226}" destId="{34F67DE1-9173-465F-83AB-9D2168C4CF31}" srcOrd="3" destOrd="0" presId="urn:microsoft.com/office/officeart/2018/2/layout/IconVerticalSolidList"/>
    <dgm:cxn modelId="{B0515865-3000-4B7F-A733-1DF4F224819F}" type="presParOf" srcId="{69C1EF23-8742-4206-B3AF-C5FEE8DA3C05}" destId="{39000D7F-AECC-42C0-A121-E397D7D63885}" srcOrd="3" destOrd="0" presId="urn:microsoft.com/office/officeart/2018/2/layout/IconVerticalSolidList"/>
    <dgm:cxn modelId="{63148B95-3253-4E40-AB03-AFDA092811D3}" type="presParOf" srcId="{69C1EF23-8742-4206-B3AF-C5FEE8DA3C05}" destId="{168B2E4C-FEC8-4C40-880E-2EAE454EF0DD}" srcOrd="4" destOrd="0" presId="urn:microsoft.com/office/officeart/2018/2/layout/IconVerticalSolidList"/>
    <dgm:cxn modelId="{32332195-2953-4DC0-858A-550F9085C2E4}" type="presParOf" srcId="{168B2E4C-FEC8-4C40-880E-2EAE454EF0DD}" destId="{E5A82614-EFDB-424A-B843-96FDADEC9A6F}" srcOrd="0" destOrd="0" presId="urn:microsoft.com/office/officeart/2018/2/layout/IconVerticalSolidList"/>
    <dgm:cxn modelId="{B1F06660-4384-4310-BB96-A6AEF62AA3CA}" type="presParOf" srcId="{168B2E4C-FEC8-4C40-880E-2EAE454EF0DD}" destId="{649DF59F-CD2E-4316-935B-6EF3D51E036E}" srcOrd="1" destOrd="0" presId="urn:microsoft.com/office/officeart/2018/2/layout/IconVerticalSolidList"/>
    <dgm:cxn modelId="{EA84E646-5EB7-4FE4-9F08-FC5669B7BB38}" type="presParOf" srcId="{168B2E4C-FEC8-4C40-880E-2EAE454EF0DD}" destId="{F36C3A04-E52D-4890-8FCB-E9B6DB9EF8C0}" srcOrd="2" destOrd="0" presId="urn:microsoft.com/office/officeart/2018/2/layout/IconVerticalSolidList"/>
    <dgm:cxn modelId="{2F55CFFA-3161-428C-ABC1-29D100C9D1FD}" type="presParOf" srcId="{168B2E4C-FEC8-4C40-880E-2EAE454EF0DD}" destId="{5EE5FD4F-C794-4198-A460-8AA84870EE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758EC-F5F4-49C1-8340-0E46B28A47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B6A6BD-F8FA-4522-A7E4-14B03C2BE54E}">
      <dgm:prSet/>
      <dgm:spPr/>
      <dgm:t>
        <a:bodyPr/>
        <a:lstStyle/>
        <a:p>
          <a:r>
            <a:rPr lang="de-DE"/>
            <a:t>Weight: 11kg -&gt; 1.2kg</a:t>
          </a:r>
          <a:endParaRPr lang="en-US"/>
        </a:p>
      </dgm:t>
    </dgm:pt>
    <dgm:pt modelId="{CBE81B01-48F5-4154-A3FC-F2E4BCA4B138}" type="parTrans" cxnId="{F0EEC411-F105-46F3-9733-DF4E1DD16363}">
      <dgm:prSet/>
      <dgm:spPr/>
      <dgm:t>
        <a:bodyPr/>
        <a:lstStyle/>
        <a:p>
          <a:endParaRPr lang="en-US"/>
        </a:p>
      </dgm:t>
    </dgm:pt>
    <dgm:pt modelId="{731924AD-118C-4498-BC76-6A8284EE8084}" type="sibTrans" cxnId="{F0EEC411-F105-46F3-9733-DF4E1DD16363}">
      <dgm:prSet/>
      <dgm:spPr/>
      <dgm:t>
        <a:bodyPr/>
        <a:lstStyle/>
        <a:p>
          <a:endParaRPr lang="en-US"/>
        </a:p>
      </dgm:t>
    </dgm:pt>
    <dgm:pt modelId="{4575F977-40E5-491B-A735-AE379496D87B}">
      <dgm:prSet/>
      <dgm:spPr/>
      <dgm:t>
        <a:bodyPr/>
        <a:lstStyle/>
        <a:p>
          <a:r>
            <a:rPr lang="de-DE"/>
            <a:t>Ram: 64KB -&gt; 16GB</a:t>
          </a:r>
          <a:endParaRPr lang="en-US"/>
        </a:p>
      </dgm:t>
    </dgm:pt>
    <dgm:pt modelId="{F51779D4-A193-40FD-89D0-ABCE816C4827}" type="parTrans" cxnId="{F7A759C7-3C43-44F7-B185-EDEBD3088825}">
      <dgm:prSet/>
      <dgm:spPr/>
      <dgm:t>
        <a:bodyPr/>
        <a:lstStyle/>
        <a:p>
          <a:endParaRPr lang="en-US"/>
        </a:p>
      </dgm:t>
    </dgm:pt>
    <dgm:pt modelId="{F9F11B52-85D3-4CCA-BEBC-02BB06826F60}" type="sibTrans" cxnId="{F7A759C7-3C43-44F7-B185-EDEBD3088825}">
      <dgm:prSet/>
      <dgm:spPr/>
      <dgm:t>
        <a:bodyPr/>
        <a:lstStyle/>
        <a:p>
          <a:endParaRPr lang="en-US"/>
        </a:p>
      </dgm:t>
    </dgm:pt>
    <dgm:pt modelId="{0282BF40-2D94-4BE1-97A6-41B78A9B70F9}">
      <dgm:prSet/>
      <dgm:spPr/>
      <dgm:t>
        <a:bodyPr/>
        <a:lstStyle/>
        <a:p>
          <a:r>
            <a:rPr lang="de-DE"/>
            <a:t>Storage: 182KB -&gt; 512GB</a:t>
          </a:r>
          <a:endParaRPr lang="en-US"/>
        </a:p>
      </dgm:t>
    </dgm:pt>
    <dgm:pt modelId="{0CD9BCCE-2B18-4B3C-997E-2F7D0E5E34CA}" type="parTrans" cxnId="{246E6439-A73B-4902-AFFA-1D3C2A1AF8EC}">
      <dgm:prSet/>
      <dgm:spPr/>
      <dgm:t>
        <a:bodyPr/>
        <a:lstStyle/>
        <a:p>
          <a:endParaRPr lang="en-US"/>
        </a:p>
      </dgm:t>
    </dgm:pt>
    <dgm:pt modelId="{C7B711D7-D06E-40AA-8B29-67DFDDC05D49}" type="sibTrans" cxnId="{246E6439-A73B-4902-AFFA-1D3C2A1AF8EC}">
      <dgm:prSet/>
      <dgm:spPr/>
      <dgm:t>
        <a:bodyPr/>
        <a:lstStyle/>
        <a:p>
          <a:endParaRPr lang="en-US"/>
        </a:p>
      </dgm:t>
    </dgm:pt>
    <dgm:pt modelId="{EAEAF146-4F4B-4755-8BCB-345DA5EE4D44}">
      <dgm:prSet/>
      <dgm:spPr/>
      <dgm:t>
        <a:bodyPr/>
        <a:lstStyle/>
        <a:p>
          <a:r>
            <a:rPr lang="de-DE"/>
            <a:t>Battery: None -&gt; 18hours</a:t>
          </a:r>
          <a:endParaRPr lang="en-US"/>
        </a:p>
      </dgm:t>
    </dgm:pt>
    <dgm:pt modelId="{9E666263-D78A-44D3-92C8-C1CABB93FD07}" type="parTrans" cxnId="{D96985AA-5256-40CC-9BAD-AB2F8A6E1CA1}">
      <dgm:prSet/>
      <dgm:spPr/>
      <dgm:t>
        <a:bodyPr/>
        <a:lstStyle/>
        <a:p>
          <a:endParaRPr lang="en-US"/>
        </a:p>
      </dgm:t>
    </dgm:pt>
    <dgm:pt modelId="{BEFEDEE5-4FFD-4E78-87C3-D49FA3B0F7E4}" type="sibTrans" cxnId="{D96985AA-5256-40CC-9BAD-AB2F8A6E1CA1}">
      <dgm:prSet/>
      <dgm:spPr/>
      <dgm:t>
        <a:bodyPr/>
        <a:lstStyle/>
        <a:p>
          <a:endParaRPr lang="en-US"/>
        </a:p>
      </dgm:t>
    </dgm:pt>
    <dgm:pt modelId="{2D641A82-9C70-4885-A6C1-3C5D2AECF5A0}" type="pres">
      <dgm:prSet presAssocID="{9D5758EC-F5F4-49C1-8340-0E46B28A4777}" presName="root" presStyleCnt="0">
        <dgm:presLayoutVars>
          <dgm:dir/>
          <dgm:resizeHandles val="exact"/>
        </dgm:presLayoutVars>
      </dgm:prSet>
      <dgm:spPr/>
    </dgm:pt>
    <dgm:pt modelId="{EDF7A6B6-89F1-433A-8D0D-8BCE27E9EA87}" type="pres">
      <dgm:prSet presAssocID="{E7B6A6BD-F8FA-4522-A7E4-14B03C2BE54E}" presName="compNode" presStyleCnt="0"/>
      <dgm:spPr/>
    </dgm:pt>
    <dgm:pt modelId="{D80C7029-3DA9-4E33-8CF1-6BA637B8058B}" type="pres">
      <dgm:prSet presAssocID="{E7B6A6BD-F8FA-4522-A7E4-14B03C2BE54E}" presName="bgRect" presStyleLbl="bgShp" presStyleIdx="0" presStyleCnt="4"/>
      <dgm:spPr/>
    </dgm:pt>
    <dgm:pt modelId="{3A92B8F7-EBBD-4D9D-8439-AA46BFF6934B}" type="pres">
      <dgm:prSet presAssocID="{E7B6A6BD-F8FA-4522-A7E4-14B03C2BE5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alierung"/>
        </a:ext>
      </dgm:extLst>
    </dgm:pt>
    <dgm:pt modelId="{14AFC783-4D1A-4DFF-B4E0-A6B97899B82F}" type="pres">
      <dgm:prSet presAssocID="{E7B6A6BD-F8FA-4522-A7E4-14B03C2BE54E}" presName="spaceRect" presStyleCnt="0"/>
      <dgm:spPr/>
    </dgm:pt>
    <dgm:pt modelId="{ADF66A0D-8E94-4132-90C3-354DC2FE0651}" type="pres">
      <dgm:prSet presAssocID="{E7B6A6BD-F8FA-4522-A7E4-14B03C2BE54E}" presName="parTx" presStyleLbl="revTx" presStyleIdx="0" presStyleCnt="4">
        <dgm:presLayoutVars>
          <dgm:chMax val="0"/>
          <dgm:chPref val="0"/>
        </dgm:presLayoutVars>
      </dgm:prSet>
      <dgm:spPr/>
    </dgm:pt>
    <dgm:pt modelId="{448D4CF3-D543-46B6-BB42-D9790DFB813E}" type="pres">
      <dgm:prSet presAssocID="{731924AD-118C-4498-BC76-6A8284EE8084}" presName="sibTrans" presStyleCnt="0"/>
      <dgm:spPr/>
    </dgm:pt>
    <dgm:pt modelId="{5939E96D-E824-4D4A-8FC6-4CD1611E6437}" type="pres">
      <dgm:prSet presAssocID="{4575F977-40E5-491B-A735-AE379496D87B}" presName="compNode" presStyleCnt="0"/>
      <dgm:spPr/>
    </dgm:pt>
    <dgm:pt modelId="{9AFB508B-51DD-49E4-B804-20895A44F53C}" type="pres">
      <dgm:prSet presAssocID="{4575F977-40E5-491B-A735-AE379496D87B}" presName="bgRect" presStyleLbl="bgShp" presStyleIdx="1" presStyleCnt="4"/>
      <dgm:spPr/>
    </dgm:pt>
    <dgm:pt modelId="{0460D5FE-704A-4E51-92C9-3D6D8C2FB2DA}" type="pres">
      <dgm:prSet presAssocID="{4575F977-40E5-491B-A735-AE379496D8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87577DB-AFB1-4612-A7EF-D332B5CB80E0}" type="pres">
      <dgm:prSet presAssocID="{4575F977-40E5-491B-A735-AE379496D87B}" presName="spaceRect" presStyleCnt="0"/>
      <dgm:spPr/>
    </dgm:pt>
    <dgm:pt modelId="{D400041F-736B-47F3-B393-AD5A2BA752C4}" type="pres">
      <dgm:prSet presAssocID="{4575F977-40E5-491B-A735-AE379496D87B}" presName="parTx" presStyleLbl="revTx" presStyleIdx="1" presStyleCnt="4">
        <dgm:presLayoutVars>
          <dgm:chMax val="0"/>
          <dgm:chPref val="0"/>
        </dgm:presLayoutVars>
      </dgm:prSet>
      <dgm:spPr/>
    </dgm:pt>
    <dgm:pt modelId="{A8E237EC-47E1-487F-9269-581FAED2A959}" type="pres">
      <dgm:prSet presAssocID="{F9F11B52-85D3-4CCA-BEBC-02BB06826F60}" presName="sibTrans" presStyleCnt="0"/>
      <dgm:spPr/>
    </dgm:pt>
    <dgm:pt modelId="{0E40B2FF-52CD-44F3-B0E4-1EC0224D9DE0}" type="pres">
      <dgm:prSet presAssocID="{0282BF40-2D94-4BE1-97A6-41B78A9B70F9}" presName="compNode" presStyleCnt="0"/>
      <dgm:spPr/>
    </dgm:pt>
    <dgm:pt modelId="{D8BAD04E-45F8-496A-AF19-5A09F99A6D21}" type="pres">
      <dgm:prSet presAssocID="{0282BF40-2D94-4BE1-97A6-41B78A9B70F9}" presName="bgRect" presStyleLbl="bgShp" presStyleIdx="2" presStyleCnt="4"/>
      <dgm:spPr/>
    </dgm:pt>
    <dgm:pt modelId="{E5A96948-F693-4421-A6D1-206AAD17B8E5}" type="pres">
      <dgm:prSet presAssocID="{0282BF40-2D94-4BE1-97A6-41B78A9B70F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tte"/>
        </a:ext>
      </dgm:extLst>
    </dgm:pt>
    <dgm:pt modelId="{809CB489-9F4C-43A1-8FA9-EA859B6B72C6}" type="pres">
      <dgm:prSet presAssocID="{0282BF40-2D94-4BE1-97A6-41B78A9B70F9}" presName="spaceRect" presStyleCnt="0"/>
      <dgm:spPr/>
    </dgm:pt>
    <dgm:pt modelId="{BC82C501-84DE-4080-A6AC-0E3BB4A6B328}" type="pres">
      <dgm:prSet presAssocID="{0282BF40-2D94-4BE1-97A6-41B78A9B70F9}" presName="parTx" presStyleLbl="revTx" presStyleIdx="2" presStyleCnt="4">
        <dgm:presLayoutVars>
          <dgm:chMax val="0"/>
          <dgm:chPref val="0"/>
        </dgm:presLayoutVars>
      </dgm:prSet>
      <dgm:spPr/>
    </dgm:pt>
    <dgm:pt modelId="{882E6B18-59E8-4C9F-ACFA-99D59DDB1A23}" type="pres">
      <dgm:prSet presAssocID="{C7B711D7-D06E-40AA-8B29-67DFDDC05D49}" presName="sibTrans" presStyleCnt="0"/>
      <dgm:spPr/>
    </dgm:pt>
    <dgm:pt modelId="{420D4DA7-4176-45B1-B970-C148A861BEC7}" type="pres">
      <dgm:prSet presAssocID="{EAEAF146-4F4B-4755-8BCB-345DA5EE4D44}" presName="compNode" presStyleCnt="0"/>
      <dgm:spPr/>
    </dgm:pt>
    <dgm:pt modelId="{FD6E27F6-4876-474A-87D7-29495EFBCD95}" type="pres">
      <dgm:prSet presAssocID="{EAEAF146-4F4B-4755-8BCB-345DA5EE4D44}" presName="bgRect" presStyleLbl="bgShp" presStyleIdx="3" presStyleCnt="4"/>
      <dgm:spPr/>
    </dgm:pt>
    <dgm:pt modelId="{2BB5A27F-F5FD-4C1B-BF17-E8714738A6C8}" type="pres">
      <dgm:prSet presAssocID="{EAEAF146-4F4B-4755-8BCB-345DA5EE4D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4DF37689-D2A0-4FB2-89DB-244102C03AD5}" type="pres">
      <dgm:prSet presAssocID="{EAEAF146-4F4B-4755-8BCB-345DA5EE4D44}" presName="spaceRect" presStyleCnt="0"/>
      <dgm:spPr/>
    </dgm:pt>
    <dgm:pt modelId="{A411C2D0-AA76-4589-860A-2F78E08A397C}" type="pres">
      <dgm:prSet presAssocID="{EAEAF146-4F4B-4755-8BCB-345DA5EE4D4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CBBF11-73CC-4865-B367-2DEBCA9FC8F7}" type="presOf" srcId="{9D5758EC-F5F4-49C1-8340-0E46B28A4777}" destId="{2D641A82-9C70-4885-A6C1-3C5D2AECF5A0}" srcOrd="0" destOrd="0" presId="urn:microsoft.com/office/officeart/2018/2/layout/IconVerticalSolidList"/>
    <dgm:cxn modelId="{F0EEC411-F105-46F3-9733-DF4E1DD16363}" srcId="{9D5758EC-F5F4-49C1-8340-0E46B28A4777}" destId="{E7B6A6BD-F8FA-4522-A7E4-14B03C2BE54E}" srcOrd="0" destOrd="0" parTransId="{CBE81B01-48F5-4154-A3FC-F2E4BCA4B138}" sibTransId="{731924AD-118C-4498-BC76-6A8284EE8084}"/>
    <dgm:cxn modelId="{246E6439-A73B-4902-AFFA-1D3C2A1AF8EC}" srcId="{9D5758EC-F5F4-49C1-8340-0E46B28A4777}" destId="{0282BF40-2D94-4BE1-97A6-41B78A9B70F9}" srcOrd="2" destOrd="0" parTransId="{0CD9BCCE-2B18-4B3C-997E-2F7D0E5E34CA}" sibTransId="{C7B711D7-D06E-40AA-8B29-67DFDDC05D49}"/>
    <dgm:cxn modelId="{C8DB2C7A-C913-4757-929E-FAC67675390E}" type="presOf" srcId="{0282BF40-2D94-4BE1-97A6-41B78A9B70F9}" destId="{BC82C501-84DE-4080-A6AC-0E3BB4A6B328}" srcOrd="0" destOrd="0" presId="urn:microsoft.com/office/officeart/2018/2/layout/IconVerticalSolidList"/>
    <dgm:cxn modelId="{9DBD219B-0983-45C1-844B-0589E691F769}" type="presOf" srcId="{E7B6A6BD-F8FA-4522-A7E4-14B03C2BE54E}" destId="{ADF66A0D-8E94-4132-90C3-354DC2FE0651}" srcOrd="0" destOrd="0" presId="urn:microsoft.com/office/officeart/2018/2/layout/IconVerticalSolidList"/>
    <dgm:cxn modelId="{D96985AA-5256-40CC-9BAD-AB2F8A6E1CA1}" srcId="{9D5758EC-F5F4-49C1-8340-0E46B28A4777}" destId="{EAEAF146-4F4B-4755-8BCB-345DA5EE4D44}" srcOrd="3" destOrd="0" parTransId="{9E666263-D78A-44D3-92C8-C1CABB93FD07}" sibTransId="{BEFEDEE5-4FFD-4E78-87C3-D49FA3B0F7E4}"/>
    <dgm:cxn modelId="{F7A759C7-3C43-44F7-B185-EDEBD3088825}" srcId="{9D5758EC-F5F4-49C1-8340-0E46B28A4777}" destId="{4575F977-40E5-491B-A735-AE379496D87B}" srcOrd="1" destOrd="0" parTransId="{F51779D4-A193-40FD-89D0-ABCE816C4827}" sibTransId="{F9F11B52-85D3-4CCA-BEBC-02BB06826F60}"/>
    <dgm:cxn modelId="{A9EBB6F6-3BAF-4A0C-B2C6-3B232B8476B3}" type="presOf" srcId="{EAEAF146-4F4B-4755-8BCB-345DA5EE4D44}" destId="{A411C2D0-AA76-4589-860A-2F78E08A397C}" srcOrd="0" destOrd="0" presId="urn:microsoft.com/office/officeart/2018/2/layout/IconVerticalSolidList"/>
    <dgm:cxn modelId="{817A90FD-8DBD-4116-8FFE-9C7AA14B5FCE}" type="presOf" srcId="{4575F977-40E5-491B-A735-AE379496D87B}" destId="{D400041F-736B-47F3-B393-AD5A2BA752C4}" srcOrd="0" destOrd="0" presId="urn:microsoft.com/office/officeart/2018/2/layout/IconVerticalSolidList"/>
    <dgm:cxn modelId="{8280677A-57E6-4732-B4CA-88C0403D7242}" type="presParOf" srcId="{2D641A82-9C70-4885-A6C1-3C5D2AECF5A0}" destId="{EDF7A6B6-89F1-433A-8D0D-8BCE27E9EA87}" srcOrd="0" destOrd="0" presId="urn:microsoft.com/office/officeart/2018/2/layout/IconVerticalSolidList"/>
    <dgm:cxn modelId="{AE7A0956-C212-410C-8DA8-2FEC37BFB21E}" type="presParOf" srcId="{EDF7A6B6-89F1-433A-8D0D-8BCE27E9EA87}" destId="{D80C7029-3DA9-4E33-8CF1-6BA637B8058B}" srcOrd="0" destOrd="0" presId="urn:microsoft.com/office/officeart/2018/2/layout/IconVerticalSolidList"/>
    <dgm:cxn modelId="{1A3B1D59-99FF-49AC-A1BD-C210CF0BDD2D}" type="presParOf" srcId="{EDF7A6B6-89F1-433A-8D0D-8BCE27E9EA87}" destId="{3A92B8F7-EBBD-4D9D-8439-AA46BFF6934B}" srcOrd="1" destOrd="0" presId="urn:microsoft.com/office/officeart/2018/2/layout/IconVerticalSolidList"/>
    <dgm:cxn modelId="{CF49947E-FAF9-4612-9628-F5D38140525E}" type="presParOf" srcId="{EDF7A6B6-89F1-433A-8D0D-8BCE27E9EA87}" destId="{14AFC783-4D1A-4DFF-B4E0-A6B97899B82F}" srcOrd="2" destOrd="0" presId="urn:microsoft.com/office/officeart/2018/2/layout/IconVerticalSolidList"/>
    <dgm:cxn modelId="{DC5AC8D4-A985-4323-96E8-E90CF7770600}" type="presParOf" srcId="{EDF7A6B6-89F1-433A-8D0D-8BCE27E9EA87}" destId="{ADF66A0D-8E94-4132-90C3-354DC2FE0651}" srcOrd="3" destOrd="0" presId="urn:microsoft.com/office/officeart/2018/2/layout/IconVerticalSolidList"/>
    <dgm:cxn modelId="{F13D9C9A-9388-43B1-9A35-46B5601ED4B7}" type="presParOf" srcId="{2D641A82-9C70-4885-A6C1-3C5D2AECF5A0}" destId="{448D4CF3-D543-46B6-BB42-D9790DFB813E}" srcOrd="1" destOrd="0" presId="urn:microsoft.com/office/officeart/2018/2/layout/IconVerticalSolidList"/>
    <dgm:cxn modelId="{CB785D5A-B6C5-4A3F-89A1-2571C036DCF7}" type="presParOf" srcId="{2D641A82-9C70-4885-A6C1-3C5D2AECF5A0}" destId="{5939E96D-E824-4D4A-8FC6-4CD1611E6437}" srcOrd="2" destOrd="0" presId="urn:microsoft.com/office/officeart/2018/2/layout/IconVerticalSolidList"/>
    <dgm:cxn modelId="{92D8460A-26B2-4CB7-A843-B62A4AF56274}" type="presParOf" srcId="{5939E96D-E824-4D4A-8FC6-4CD1611E6437}" destId="{9AFB508B-51DD-49E4-B804-20895A44F53C}" srcOrd="0" destOrd="0" presId="urn:microsoft.com/office/officeart/2018/2/layout/IconVerticalSolidList"/>
    <dgm:cxn modelId="{FC8ED099-4FA1-493F-B211-EC2F22EA263F}" type="presParOf" srcId="{5939E96D-E824-4D4A-8FC6-4CD1611E6437}" destId="{0460D5FE-704A-4E51-92C9-3D6D8C2FB2DA}" srcOrd="1" destOrd="0" presId="urn:microsoft.com/office/officeart/2018/2/layout/IconVerticalSolidList"/>
    <dgm:cxn modelId="{3A63DC41-CBC2-4D5A-B4CF-0B8966E6ECBA}" type="presParOf" srcId="{5939E96D-E824-4D4A-8FC6-4CD1611E6437}" destId="{087577DB-AFB1-4612-A7EF-D332B5CB80E0}" srcOrd="2" destOrd="0" presId="urn:microsoft.com/office/officeart/2018/2/layout/IconVerticalSolidList"/>
    <dgm:cxn modelId="{85560758-1C7D-4BDC-A698-78230DC30B02}" type="presParOf" srcId="{5939E96D-E824-4D4A-8FC6-4CD1611E6437}" destId="{D400041F-736B-47F3-B393-AD5A2BA752C4}" srcOrd="3" destOrd="0" presId="urn:microsoft.com/office/officeart/2018/2/layout/IconVerticalSolidList"/>
    <dgm:cxn modelId="{01A36A08-8738-432E-AE6D-FA689A457955}" type="presParOf" srcId="{2D641A82-9C70-4885-A6C1-3C5D2AECF5A0}" destId="{A8E237EC-47E1-487F-9269-581FAED2A959}" srcOrd="3" destOrd="0" presId="urn:microsoft.com/office/officeart/2018/2/layout/IconVerticalSolidList"/>
    <dgm:cxn modelId="{B4D45157-2705-4F9A-A10E-1C664186D8E9}" type="presParOf" srcId="{2D641A82-9C70-4885-A6C1-3C5D2AECF5A0}" destId="{0E40B2FF-52CD-44F3-B0E4-1EC0224D9DE0}" srcOrd="4" destOrd="0" presId="urn:microsoft.com/office/officeart/2018/2/layout/IconVerticalSolidList"/>
    <dgm:cxn modelId="{A20DFEB7-0D04-4D56-B00C-E84B50BB43C5}" type="presParOf" srcId="{0E40B2FF-52CD-44F3-B0E4-1EC0224D9DE0}" destId="{D8BAD04E-45F8-496A-AF19-5A09F99A6D21}" srcOrd="0" destOrd="0" presId="urn:microsoft.com/office/officeart/2018/2/layout/IconVerticalSolidList"/>
    <dgm:cxn modelId="{7B918A88-A66E-488A-93D6-021948FAFEAE}" type="presParOf" srcId="{0E40B2FF-52CD-44F3-B0E4-1EC0224D9DE0}" destId="{E5A96948-F693-4421-A6D1-206AAD17B8E5}" srcOrd="1" destOrd="0" presId="urn:microsoft.com/office/officeart/2018/2/layout/IconVerticalSolidList"/>
    <dgm:cxn modelId="{E034B2AA-7D0B-43CF-BFB7-3CE24BBED068}" type="presParOf" srcId="{0E40B2FF-52CD-44F3-B0E4-1EC0224D9DE0}" destId="{809CB489-9F4C-43A1-8FA9-EA859B6B72C6}" srcOrd="2" destOrd="0" presId="urn:microsoft.com/office/officeart/2018/2/layout/IconVerticalSolidList"/>
    <dgm:cxn modelId="{9498BF7E-5309-491E-B80E-1F809969C52D}" type="presParOf" srcId="{0E40B2FF-52CD-44F3-B0E4-1EC0224D9DE0}" destId="{BC82C501-84DE-4080-A6AC-0E3BB4A6B328}" srcOrd="3" destOrd="0" presId="urn:microsoft.com/office/officeart/2018/2/layout/IconVerticalSolidList"/>
    <dgm:cxn modelId="{BA8E4A3A-0748-4356-BB4C-06827834FC2E}" type="presParOf" srcId="{2D641A82-9C70-4885-A6C1-3C5D2AECF5A0}" destId="{882E6B18-59E8-4C9F-ACFA-99D59DDB1A23}" srcOrd="5" destOrd="0" presId="urn:microsoft.com/office/officeart/2018/2/layout/IconVerticalSolidList"/>
    <dgm:cxn modelId="{1A5DFA22-10B2-4FD3-92A5-C1926BF2ACBE}" type="presParOf" srcId="{2D641A82-9C70-4885-A6C1-3C5D2AECF5A0}" destId="{420D4DA7-4176-45B1-B970-C148A861BEC7}" srcOrd="6" destOrd="0" presId="urn:microsoft.com/office/officeart/2018/2/layout/IconVerticalSolidList"/>
    <dgm:cxn modelId="{A9C530AD-969A-4632-917B-A443E42EBA4B}" type="presParOf" srcId="{420D4DA7-4176-45B1-B970-C148A861BEC7}" destId="{FD6E27F6-4876-474A-87D7-29495EFBCD95}" srcOrd="0" destOrd="0" presId="urn:microsoft.com/office/officeart/2018/2/layout/IconVerticalSolidList"/>
    <dgm:cxn modelId="{2FA45492-E348-46B4-ACA4-F14A3B6216F6}" type="presParOf" srcId="{420D4DA7-4176-45B1-B970-C148A861BEC7}" destId="{2BB5A27F-F5FD-4C1B-BF17-E8714738A6C8}" srcOrd="1" destOrd="0" presId="urn:microsoft.com/office/officeart/2018/2/layout/IconVerticalSolidList"/>
    <dgm:cxn modelId="{A59EE188-FCFF-459E-8795-55A206801387}" type="presParOf" srcId="{420D4DA7-4176-45B1-B970-C148A861BEC7}" destId="{4DF37689-D2A0-4FB2-89DB-244102C03AD5}" srcOrd="2" destOrd="0" presId="urn:microsoft.com/office/officeart/2018/2/layout/IconVerticalSolidList"/>
    <dgm:cxn modelId="{43DEFCE0-BE31-4F72-9004-8815474159DA}" type="presParOf" srcId="{420D4DA7-4176-45B1-B970-C148A861BEC7}" destId="{A411C2D0-AA76-4589-860A-2F78E08A39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E7EFF5-0F58-462A-91E1-A2FF4D0D2D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3ED5EE-2366-480D-89D3-BAE14733E59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Many </a:t>
          </a:r>
          <a:r>
            <a:rPr lang="de-DE" dirty="0" err="1"/>
            <a:t>components</a:t>
          </a:r>
          <a:r>
            <a:rPr lang="de-DE" dirty="0"/>
            <a:t> </a:t>
          </a:r>
          <a:r>
            <a:rPr lang="de-DE" dirty="0" err="1"/>
            <a:t>soldered</a:t>
          </a:r>
          <a:r>
            <a:rPr lang="de-DE" dirty="0"/>
            <a:t> </a:t>
          </a:r>
          <a:r>
            <a:rPr lang="de-DE" dirty="0" err="1"/>
            <a:t>directly</a:t>
          </a:r>
          <a:r>
            <a:rPr lang="de-DE" dirty="0"/>
            <a:t>: CPU, GPU, RAM, </a:t>
          </a:r>
          <a:r>
            <a:rPr lang="de-DE" dirty="0" err="1"/>
            <a:t>storage</a:t>
          </a:r>
          <a:r>
            <a:rPr lang="de-DE" dirty="0"/>
            <a:t>.</a:t>
          </a:r>
          <a:endParaRPr lang="en-US" dirty="0"/>
        </a:p>
      </dgm:t>
    </dgm:pt>
    <dgm:pt modelId="{09259D35-E2E8-4C78-A4E0-F74AE515544A}" type="parTrans" cxnId="{C6D03832-C25F-40C6-94F6-E83112680588}">
      <dgm:prSet/>
      <dgm:spPr/>
      <dgm:t>
        <a:bodyPr/>
        <a:lstStyle/>
        <a:p>
          <a:endParaRPr lang="en-US"/>
        </a:p>
      </dgm:t>
    </dgm:pt>
    <dgm:pt modelId="{CA440519-F8BC-4612-B84E-49D195771341}" type="sibTrans" cxnId="{C6D03832-C25F-40C6-94F6-E83112680588}">
      <dgm:prSet/>
      <dgm:spPr/>
      <dgm:t>
        <a:bodyPr/>
        <a:lstStyle/>
        <a:p>
          <a:endParaRPr lang="en-US"/>
        </a:p>
      </dgm:t>
    </dgm:pt>
    <dgm:pt modelId="{81DE4B82-16E4-4D7E-AC6A-E64B49C0FA3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de-DE" dirty="0"/>
            <a:t>Pros: </a:t>
          </a:r>
          <a:r>
            <a:rPr lang="de-DE" dirty="0" err="1"/>
            <a:t>Saves</a:t>
          </a:r>
          <a:r>
            <a:rPr lang="de-DE" dirty="0"/>
            <a:t> </a:t>
          </a:r>
          <a:r>
            <a:rPr lang="de-DE" dirty="0" err="1"/>
            <a:t>space</a:t>
          </a:r>
          <a:r>
            <a:rPr lang="de-DE" dirty="0"/>
            <a:t>, </a:t>
          </a:r>
          <a:r>
            <a:rPr lang="de-DE" dirty="0" err="1"/>
            <a:t>lower</a:t>
          </a:r>
          <a:r>
            <a:rPr lang="de-DE" dirty="0"/>
            <a:t> power </a:t>
          </a:r>
          <a:r>
            <a:rPr lang="de-DE" dirty="0" err="1"/>
            <a:t>consumption</a:t>
          </a:r>
          <a:r>
            <a:rPr lang="de-DE" dirty="0"/>
            <a:t>.</a:t>
          </a:r>
          <a:endParaRPr lang="en-US" dirty="0">
            <a:latin typeface="Grandview Display"/>
          </a:endParaRPr>
        </a:p>
      </dgm:t>
    </dgm:pt>
    <dgm:pt modelId="{36200E2F-FA12-4EDA-8B51-64F3114214FE}" type="parTrans" cxnId="{4E29E9E1-ED7D-41A0-94A6-77C14A8BCDE1}">
      <dgm:prSet/>
      <dgm:spPr/>
      <dgm:t>
        <a:bodyPr/>
        <a:lstStyle/>
        <a:p>
          <a:endParaRPr lang="en-US"/>
        </a:p>
      </dgm:t>
    </dgm:pt>
    <dgm:pt modelId="{4A23CFF7-8A0A-4911-947E-633D71A1CAA1}" type="sibTrans" cxnId="{4E29E9E1-ED7D-41A0-94A6-77C14A8BCDE1}">
      <dgm:prSet/>
      <dgm:spPr/>
      <dgm:t>
        <a:bodyPr/>
        <a:lstStyle/>
        <a:p>
          <a:endParaRPr lang="en-US"/>
        </a:p>
      </dgm:t>
    </dgm:pt>
    <dgm:pt modelId="{1F223AE8-CA8D-4DE2-B487-1537E514605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Cons</a:t>
          </a:r>
          <a:r>
            <a:rPr lang="de-DE" dirty="0"/>
            <a:t>: Limited </a:t>
          </a:r>
          <a:r>
            <a:rPr lang="de-DE" dirty="0" err="1"/>
            <a:t>upgrades</a:t>
          </a:r>
          <a:r>
            <a:rPr lang="de-DE" dirty="0"/>
            <a:t>, </a:t>
          </a:r>
          <a:r>
            <a:rPr lang="de-DE" dirty="0" err="1"/>
            <a:t>more</a:t>
          </a:r>
          <a:r>
            <a:rPr lang="de-DE" dirty="0"/>
            <a:t> expensive </a:t>
          </a:r>
          <a:r>
            <a:rPr lang="de-DE" dirty="0" err="1"/>
            <a:t>repairs</a:t>
          </a:r>
          <a:r>
            <a:rPr lang="de-DE" dirty="0"/>
            <a:t>, </a:t>
          </a:r>
          <a:r>
            <a:rPr lang="de-DE" dirty="0" err="1"/>
            <a:t>harder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upgrade.</a:t>
          </a:r>
        </a:p>
      </dgm:t>
    </dgm:pt>
    <dgm:pt modelId="{327D60C8-5035-42CB-BB7D-87B76B25B14C}" type="parTrans" cxnId="{62C412D3-D6A2-4CC2-9467-16C504FB3EE3}">
      <dgm:prSet/>
      <dgm:spPr/>
    </dgm:pt>
    <dgm:pt modelId="{F57CC010-E672-4F34-B9E0-7FACBC5D7F36}" type="sibTrans" cxnId="{62C412D3-D6A2-4CC2-9467-16C504FB3EE3}">
      <dgm:prSet/>
      <dgm:spPr/>
    </dgm:pt>
    <dgm:pt modelId="{6B74C8B2-794F-40A5-8497-FB1172D84C60}" type="pres">
      <dgm:prSet presAssocID="{78E7EFF5-0F58-462A-91E1-A2FF4D0D2DB2}" presName="root" presStyleCnt="0">
        <dgm:presLayoutVars>
          <dgm:dir/>
          <dgm:resizeHandles val="exact"/>
        </dgm:presLayoutVars>
      </dgm:prSet>
      <dgm:spPr/>
    </dgm:pt>
    <dgm:pt modelId="{64BF8D85-DA3D-48BA-94BD-2C563A75CD03}" type="pres">
      <dgm:prSet presAssocID="{633ED5EE-2366-480D-89D3-BAE14733E592}" presName="compNode" presStyleCnt="0"/>
      <dgm:spPr/>
    </dgm:pt>
    <dgm:pt modelId="{6CFD877B-E11D-4CD8-88E7-13337F0A10DE}" type="pres">
      <dgm:prSet presAssocID="{633ED5EE-2366-480D-89D3-BAE14733E592}" presName="bgRect" presStyleLbl="bgShp" presStyleIdx="0" presStyleCnt="3"/>
      <dgm:spPr/>
    </dgm:pt>
    <dgm:pt modelId="{7EA7E770-22F7-45A1-9755-F0D16F7CE1E9}" type="pres">
      <dgm:prSet presAssocID="{633ED5EE-2366-480D-89D3-BAE14733E5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5BA87AA7-2E81-41EA-9971-5B309A002FA4}" type="pres">
      <dgm:prSet presAssocID="{633ED5EE-2366-480D-89D3-BAE14733E592}" presName="spaceRect" presStyleCnt="0"/>
      <dgm:spPr/>
    </dgm:pt>
    <dgm:pt modelId="{4D054B90-E403-4BDB-B637-536D23E988B8}" type="pres">
      <dgm:prSet presAssocID="{633ED5EE-2366-480D-89D3-BAE14733E592}" presName="parTx" presStyleLbl="revTx" presStyleIdx="0" presStyleCnt="3">
        <dgm:presLayoutVars>
          <dgm:chMax val="0"/>
          <dgm:chPref val="0"/>
        </dgm:presLayoutVars>
      </dgm:prSet>
      <dgm:spPr/>
    </dgm:pt>
    <dgm:pt modelId="{EACD197D-3450-4357-9532-FC299847CAC3}" type="pres">
      <dgm:prSet presAssocID="{CA440519-F8BC-4612-B84E-49D195771341}" presName="sibTrans" presStyleCnt="0"/>
      <dgm:spPr/>
    </dgm:pt>
    <dgm:pt modelId="{8D37A2EE-3704-4172-8076-62FE8CDA3E57}" type="pres">
      <dgm:prSet presAssocID="{81DE4B82-16E4-4D7E-AC6A-E64B49C0FA35}" presName="compNode" presStyleCnt="0"/>
      <dgm:spPr/>
    </dgm:pt>
    <dgm:pt modelId="{27AD8A68-A832-4742-8B8B-9BE797794197}" type="pres">
      <dgm:prSet presAssocID="{81DE4B82-16E4-4D7E-AC6A-E64B49C0FA35}" presName="bgRect" presStyleLbl="bgShp" presStyleIdx="1" presStyleCnt="3"/>
      <dgm:spPr/>
    </dgm:pt>
    <dgm:pt modelId="{B37C0277-5A9A-4326-B87F-A17661C10C65}" type="pres">
      <dgm:prSet presAssocID="{81DE4B82-16E4-4D7E-AC6A-E64B49C0FA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BF92EB74-C682-4E15-B852-43814B752D94}" type="pres">
      <dgm:prSet presAssocID="{81DE4B82-16E4-4D7E-AC6A-E64B49C0FA35}" presName="spaceRect" presStyleCnt="0"/>
      <dgm:spPr/>
    </dgm:pt>
    <dgm:pt modelId="{769EB3F8-4629-478E-87E3-949700DF0438}" type="pres">
      <dgm:prSet presAssocID="{81DE4B82-16E4-4D7E-AC6A-E64B49C0FA35}" presName="parTx" presStyleLbl="revTx" presStyleIdx="1" presStyleCnt="3">
        <dgm:presLayoutVars>
          <dgm:chMax val="0"/>
          <dgm:chPref val="0"/>
        </dgm:presLayoutVars>
      </dgm:prSet>
      <dgm:spPr/>
    </dgm:pt>
    <dgm:pt modelId="{33662AD5-2166-49C5-A207-3158A7855D7B}" type="pres">
      <dgm:prSet presAssocID="{4A23CFF7-8A0A-4911-947E-633D71A1CAA1}" presName="sibTrans" presStyleCnt="0"/>
      <dgm:spPr/>
    </dgm:pt>
    <dgm:pt modelId="{45C75831-B2C9-406B-A182-811D29238ADA}" type="pres">
      <dgm:prSet presAssocID="{1F223AE8-CA8D-4DE2-B487-1537E514605E}" presName="compNode" presStyleCnt="0"/>
      <dgm:spPr/>
    </dgm:pt>
    <dgm:pt modelId="{90A0B77A-F3CF-4F9A-8CC7-0117A61C9026}" type="pres">
      <dgm:prSet presAssocID="{1F223AE8-CA8D-4DE2-B487-1537E514605E}" presName="bgRect" presStyleLbl="bgShp" presStyleIdx="2" presStyleCnt="3"/>
      <dgm:spPr/>
    </dgm:pt>
    <dgm:pt modelId="{C5CFBD09-2E2D-4A8E-B787-7D24F59B87B2}" type="pres">
      <dgm:prSet presAssocID="{1F223AE8-CA8D-4DE2-B487-1537E514605E}" presName="iconRect" presStyleLbl="node1" presStyleIdx="2" presStyleCnt="3"/>
      <dgm:spPr>
        <a:blipFill>
          <a:blip xmlns:r="http://schemas.openxmlformats.org/officeDocument/2006/relationships" r:embed="rId5"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ing OsmAnd with a Remote Controller [rigacci.org]"/>
        </a:ext>
      </dgm:extLst>
    </dgm:pt>
    <dgm:pt modelId="{0EDF3D91-6CA8-47AF-ACAD-F7AD10A52B63}" type="pres">
      <dgm:prSet presAssocID="{1F223AE8-CA8D-4DE2-B487-1537E514605E}" presName="spaceRect" presStyleCnt="0"/>
      <dgm:spPr/>
    </dgm:pt>
    <dgm:pt modelId="{EEC1BC46-E30E-44A5-8BDF-C65B8AC23007}" type="pres">
      <dgm:prSet presAssocID="{1F223AE8-CA8D-4DE2-B487-1537E51460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6D03832-C25F-40C6-94F6-E83112680588}" srcId="{78E7EFF5-0F58-462A-91E1-A2FF4D0D2DB2}" destId="{633ED5EE-2366-480D-89D3-BAE14733E592}" srcOrd="0" destOrd="0" parTransId="{09259D35-E2E8-4C78-A4E0-F74AE515544A}" sibTransId="{CA440519-F8BC-4612-B84E-49D195771341}"/>
    <dgm:cxn modelId="{3CEF3B49-E2E8-49D4-A2F3-2079269FBDF6}" type="presOf" srcId="{81DE4B82-16E4-4D7E-AC6A-E64B49C0FA35}" destId="{769EB3F8-4629-478E-87E3-949700DF0438}" srcOrd="0" destOrd="0" presId="urn:microsoft.com/office/officeart/2018/2/layout/IconVerticalSolidList"/>
    <dgm:cxn modelId="{3253CD91-A7E7-47C3-844E-98912BEFB1A2}" type="presOf" srcId="{633ED5EE-2366-480D-89D3-BAE14733E592}" destId="{4D054B90-E403-4BDB-B637-536D23E988B8}" srcOrd="0" destOrd="0" presId="urn:microsoft.com/office/officeart/2018/2/layout/IconVerticalSolidList"/>
    <dgm:cxn modelId="{B9B92ECC-8C8F-4CC9-9816-C4E17E43DCDE}" type="presOf" srcId="{78E7EFF5-0F58-462A-91E1-A2FF4D0D2DB2}" destId="{6B74C8B2-794F-40A5-8497-FB1172D84C60}" srcOrd="0" destOrd="0" presId="urn:microsoft.com/office/officeart/2018/2/layout/IconVerticalSolidList"/>
    <dgm:cxn modelId="{62C412D3-D6A2-4CC2-9467-16C504FB3EE3}" srcId="{78E7EFF5-0F58-462A-91E1-A2FF4D0D2DB2}" destId="{1F223AE8-CA8D-4DE2-B487-1537E514605E}" srcOrd="2" destOrd="0" parTransId="{327D60C8-5035-42CB-BB7D-87B76B25B14C}" sibTransId="{F57CC010-E672-4F34-B9E0-7FACBC5D7F36}"/>
    <dgm:cxn modelId="{B9C96DDD-436D-41AF-9762-4574B2B6871E}" type="presOf" srcId="{1F223AE8-CA8D-4DE2-B487-1537E514605E}" destId="{EEC1BC46-E30E-44A5-8BDF-C65B8AC23007}" srcOrd="0" destOrd="0" presId="urn:microsoft.com/office/officeart/2018/2/layout/IconVerticalSolidList"/>
    <dgm:cxn modelId="{4E29E9E1-ED7D-41A0-94A6-77C14A8BCDE1}" srcId="{78E7EFF5-0F58-462A-91E1-A2FF4D0D2DB2}" destId="{81DE4B82-16E4-4D7E-AC6A-E64B49C0FA35}" srcOrd="1" destOrd="0" parTransId="{36200E2F-FA12-4EDA-8B51-64F3114214FE}" sibTransId="{4A23CFF7-8A0A-4911-947E-633D71A1CAA1}"/>
    <dgm:cxn modelId="{5400C2C4-7AE9-4DA2-BC32-A12D7EA27D43}" type="presParOf" srcId="{6B74C8B2-794F-40A5-8497-FB1172D84C60}" destId="{64BF8D85-DA3D-48BA-94BD-2C563A75CD03}" srcOrd="0" destOrd="0" presId="urn:microsoft.com/office/officeart/2018/2/layout/IconVerticalSolidList"/>
    <dgm:cxn modelId="{869214B8-AC64-4D2F-987A-AF018086380A}" type="presParOf" srcId="{64BF8D85-DA3D-48BA-94BD-2C563A75CD03}" destId="{6CFD877B-E11D-4CD8-88E7-13337F0A10DE}" srcOrd="0" destOrd="0" presId="urn:microsoft.com/office/officeart/2018/2/layout/IconVerticalSolidList"/>
    <dgm:cxn modelId="{E64CC759-7725-4473-9D03-995D180565F5}" type="presParOf" srcId="{64BF8D85-DA3D-48BA-94BD-2C563A75CD03}" destId="{7EA7E770-22F7-45A1-9755-F0D16F7CE1E9}" srcOrd="1" destOrd="0" presId="urn:microsoft.com/office/officeart/2018/2/layout/IconVerticalSolidList"/>
    <dgm:cxn modelId="{AD40AF0C-3E93-4C80-B4EA-0158FA1AE707}" type="presParOf" srcId="{64BF8D85-DA3D-48BA-94BD-2C563A75CD03}" destId="{5BA87AA7-2E81-41EA-9971-5B309A002FA4}" srcOrd="2" destOrd="0" presId="urn:microsoft.com/office/officeart/2018/2/layout/IconVerticalSolidList"/>
    <dgm:cxn modelId="{E121D42F-AA2B-441F-AFEB-2386726F9400}" type="presParOf" srcId="{64BF8D85-DA3D-48BA-94BD-2C563A75CD03}" destId="{4D054B90-E403-4BDB-B637-536D23E988B8}" srcOrd="3" destOrd="0" presId="urn:microsoft.com/office/officeart/2018/2/layout/IconVerticalSolidList"/>
    <dgm:cxn modelId="{C97C21CF-95ED-4235-AF33-8A085A20063C}" type="presParOf" srcId="{6B74C8B2-794F-40A5-8497-FB1172D84C60}" destId="{EACD197D-3450-4357-9532-FC299847CAC3}" srcOrd="1" destOrd="0" presId="urn:microsoft.com/office/officeart/2018/2/layout/IconVerticalSolidList"/>
    <dgm:cxn modelId="{1C86A62D-00C3-4BD3-8646-A42273D9DB1D}" type="presParOf" srcId="{6B74C8B2-794F-40A5-8497-FB1172D84C60}" destId="{8D37A2EE-3704-4172-8076-62FE8CDA3E57}" srcOrd="2" destOrd="0" presId="urn:microsoft.com/office/officeart/2018/2/layout/IconVerticalSolidList"/>
    <dgm:cxn modelId="{85D82EAF-CFAF-40A4-8406-C48DFEE0A032}" type="presParOf" srcId="{8D37A2EE-3704-4172-8076-62FE8CDA3E57}" destId="{27AD8A68-A832-4742-8B8B-9BE797794197}" srcOrd="0" destOrd="0" presId="urn:microsoft.com/office/officeart/2018/2/layout/IconVerticalSolidList"/>
    <dgm:cxn modelId="{7F2992C5-E008-4C12-9462-0AFD95491C53}" type="presParOf" srcId="{8D37A2EE-3704-4172-8076-62FE8CDA3E57}" destId="{B37C0277-5A9A-4326-B87F-A17661C10C65}" srcOrd="1" destOrd="0" presId="urn:microsoft.com/office/officeart/2018/2/layout/IconVerticalSolidList"/>
    <dgm:cxn modelId="{25D07D7C-F9A2-4E91-B14C-6353B139905E}" type="presParOf" srcId="{8D37A2EE-3704-4172-8076-62FE8CDA3E57}" destId="{BF92EB74-C682-4E15-B852-43814B752D94}" srcOrd="2" destOrd="0" presId="urn:microsoft.com/office/officeart/2018/2/layout/IconVerticalSolidList"/>
    <dgm:cxn modelId="{6F53F2A5-A4D8-4441-A03D-0C6A7289BFDB}" type="presParOf" srcId="{8D37A2EE-3704-4172-8076-62FE8CDA3E57}" destId="{769EB3F8-4629-478E-87E3-949700DF0438}" srcOrd="3" destOrd="0" presId="urn:microsoft.com/office/officeart/2018/2/layout/IconVerticalSolidList"/>
    <dgm:cxn modelId="{3E53BAAA-0594-4D5C-8416-1F9B937940B4}" type="presParOf" srcId="{6B74C8B2-794F-40A5-8497-FB1172D84C60}" destId="{33662AD5-2166-49C5-A207-3158A7855D7B}" srcOrd="3" destOrd="0" presId="urn:microsoft.com/office/officeart/2018/2/layout/IconVerticalSolidList"/>
    <dgm:cxn modelId="{5C958635-32C2-4FAF-8627-8E970AAF6039}" type="presParOf" srcId="{6B74C8B2-794F-40A5-8497-FB1172D84C60}" destId="{45C75831-B2C9-406B-A182-811D29238ADA}" srcOrd="4" destOrd="0" presId="urn:microsoft.com/office/officeart/2018/2/layout/IconVerticalSolidList"/>
    <dgm:cxn modelId="{823FABC5-99F1-431E-A467-62B78A4E2734}" type="presParOf" srcId="{45C75831-B2C9-406B-A182-811D29238ADA}" destId="{90A0B77A-F3CF-4F9A-8CC7-0117A61C9026}" srcOrd="0" destOrd="0" presId="urn:microsoft.com/office/officeart/2018/2/layout/IconVerticalSolidList"/>
    <dgm:cxn modelId="{15E4A287-729C-48FA-B13A-867D12EFC61C}" type="presParOf" srcId="{45C75831-B2C9-406B-A182-811D29238ADA}" destId="{C5CFBD09-2E2D-4A8E-B787-7D24F59B87B2}" srcOrd="1" destOrd="0" presId="urn:microsoft.com/office/officeart/2018/2/layout/IconVerticalSolidList"/>
    <dgm:cxn modelId="{D31D01D9-9B62-4FDB-9335-B147945C266F}" type="presParOf" srcId="{45C75831-B2C9-406B-A182-811D29238ADA}" destId="{0EDF3D91-6CA8-47AF-ACAD-F7AD10A52B63}" srcOrd="2" destOrd="0" presId="urn:microsoft.com/office/officeart/2018/2/layout/IconVerticalSolidList"/>
    <dgm:cxn modelId="{7E9747D7-EE11-46C6-BD32-C0A9F35A3CF1}" type="presParOf" srcId="{45C75831-B2C9-406B-A182-811D29238ADA}" destId="{EEC1BC46-E30E-44A5-8BDF-C65B8AC230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4F3062-E3E7-4439-9D39-3FEC568F0AE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A6CB27-BADF-480E-9224-4C0ABC4C590C}">
      <dgm:prSet/>
      <dgm:spPr/>
      <dgm:t>
        <a:bodyPr/>
        <a:lstStyle/>
        <a:p>
          <a:r>
            <a:rPr lang="de-DE"/>
            <a:t>Efficient CPUs.</a:t>
          </a:r>
          <a:endParaRPr lang="en-US"/>
        </a:p>
      </dgm:t>
    </dgm:pt>
    <dgm:pt modelId="{64C30C65-F0A6-4B8F-85FB-E1D7FD5215DF}" type="parTrans" cxnId="{F8A5086F-FC73-4F2F-8EFE-B491F38B0B2F}">
      <dgm:prSet/>
      <dgm:spPr/>
      <dgm:t>
        <a:bodyPr/>
        <a:lstStyle/>
        <a:p>
          <a:endParaRPr lang="en-US"/>
        </a:p>
      </dgm:t>
    </dgm:pt>
    <dgm:pt modelId="{A123D756-AFAB-43BE-BE9F-61D79B2A5954}" type="sibTrans" cxnId="{F8A5086F-FC73-4F2F-8EFE-B491F38B0B2F}">
      <dgm:prSet/>
      <dgm:spPr/>
      <dgm:t>
        <a:bodyPr/>
        <a:lstStyle/>
        <a:p>
          <a:endParaRPr lang="en-US"/>
        </a:p>
      </dgm:t>
    </dgm:pt>
    <dgm:pt modelId="{03FD85EE-75E6-4FF6-AC02-CCC4A5C5356E}">
      <dgm:prSet/>
      <dgm:spPr/>
      <dgm:t>
        <a:bodyPr/>
        <a:lstStyle/>
        <a:p>
          <a:r>
            <a:rPr lang="de-DE"/>
            <a:t>Low-power displays.</a:t>
          </a:r>
          <a:endParaRPr lang="en-US"/>
        </a:p>
      </dgm:t>
    </dgm:pt>
    <dgm:pt modelId="{0F12776E-DE59-434C-8490-9A5AA693A47E}" type="parTrans" cxnId="{410259F6-2005-43B9-8553-2AB80295EC70}">
      <dgm:prSet/>
      <dgm:spPr/>
      <dgm:t>
        <a:bodyPr/>
        <a:lstStyle/>
        <a:p>
          <a:endParaRPr lang="en-US"/>
        </a:p>
      </dgm:t>
    </dgm:pt>
    <dgm:pt modelId="{E5D02B0D-0B98-4E77-9412-ED16D5337AB3}" type="sibTrans" cxnId="{410259F6-2005-43B9-8553-2AB80295EC70}">
      <dgm:prSet/>
      <dgm:spPr/>
      <dgm:t>
        <a:bodyPr/>
        <a:lstStyle/>
        <a:p>
          <a:endParaRPr lang="en-US"/>
        </a:p>
      </dgm:t>
    </dgm:pt>
    <dgm:pt modelId="{1694C6CD-3EC7-4E59-8D56-34209EFBC941}">
      <dgm:prSet/>
      <dgm:spPr/>
      <dgm:t>
        <a:bodyPr/>
        <a:lstStyle/>
        <a:p>
          <a:r>
            <a:rPr lang="de-DE"/>
            <a:t>Sleep states.</a:t>
          </a:r>
          <a:endParaRPr lang="en-US"/>
        </a:p>
      </dgm:t>
    </dgm:pt>
    <dgm:pt modelId="{94963A11-FF80-49C1-AEC9-854998D37FA6}" type="parTrans" cxnId="{60A15A49-21D3-4F01-8F15-F0758B6E8859}">
      <dgm:prSet/>
      <dgm:spPr/>
      <dgm:t>
        <a:bodyPr/>
        <a:lstStyle/>
        <a:p>
          <a:endParaRPr lang="en-US"/>
        </a:p>
      </dgm:t>
    </dgm:pt>
    <dgm:pt modelId="{F2D14A67-1865-4944-A415-69193667D968}" type="sibTrans" cxnId="{60A15A49-21D3-4F01-8F15-F0758B6E8859}">
      <dgm:prSet/>
      <dgm:spPr/>
      <dgm:t>
        <a:bodyPr/>
        <a:lstStyle/>
        <a:p>
          <a:endParaRPr lang="en-US"/>
        </a:p>
      </dgm:t>
    </dgm:pt>
    <dgm:pt modelId="{82558108-9CF9-4873-A1BE-F4DED7CE2CEC}">
      <dgm:prSet/>
      <dgm:spPr/>
      <dgm:t>
        <a:bodyPr/>
        <a:lstStyle/>
        <a:p>
          <a:r>
            <a:rPr lang="de-DE"/>
            <a:t>Smaller nm chip processes.</a:t>
          </a:r>
          <a:endParaRPr lang="en-US"/>
        </a:p>
      </dgm:t>
    </dgm:pt>
    <dgm:pt modelId="{854B452B-50C2-4B88-B9B1-477D92576160}" type="parTrans" cxnId="{4A79DDDC-8DFC-473C-98EB-3DE3519754FC}">
      <dgm:prSet/>
      <dgm:spPr/>
      <dgm:t>
        <a:bodyPr/>
        <a:lstStyle/>
        <a:p>
          <a:endParaRPr lang="en-US"/>
        </a:p>
      </dgm:t>
    </dgm:pt>
    <dgm:pt modelId="{D4EEF3DE-DC18-467E-8D54-D4B27FD82CB9}" type="sibTrans" cxnId="{4A79DDDC-8DFC-473C-98EB-3DE3519754FC}">
      <dgm:prSet/>
      <dgm:spPr/>
      <dgm:t>
        <a:bodyPr/>
        <a:lstStyle/>
        <a:p>
          <a:endParaRPr lang="en-US"/>
        </a:p>
      </dgm:t>
    </dgm:pt>
    <dgm:pt modelId="{D134870F-6F46-4C08-B62F-0B74FF4AB7D1}" type="pres">
      <dgm:prSet presAssocID="{F24F3062-E3E7-4439-9D39-3FEC568F0AE2}" presName="root" presStyleCnt="0">
        <dgm:presLayoutVars>
          <dgm:dir/>
          <dgm:resizeHandles val="exact"/>
        </dgm:presLayoutVars>
      </dgm:prSet>
      <dgm:spPr/>
    </dgm:pt>
    <dgm:pt modelId="{32FEF8CE-AC12-4FCD-9DD6-94975E761AE9}" type="pres">
      <dgm:prSet presAssocID="{F24F3062-E3E7-4439-9D39-3FEC568F0AE2}" presName="container" presStyleCnt="0">
        <dgm:presLayoutVars>
          <dgm:dir/>
          <dgm:resizeHandles val="exact"/>
        </dgm:presLayoutVars>
      </dgm:prSet>
      <dgm:spPr/>
    </dgm:pt>
    <dgm:pt modelId="{203D49D0-022E-45D9-A345-D63245774B6C}" type="pres">
      <dgm:prSet presAssocID="{BDA6CB27-BADF-480E-9224-4C0ABC4C590C}" presName="compNode" presStyleCnt="0"/>
      <dgm:spPr/>
    </dgm:pt>
    <dgm:pt modelId="{E05E5C71-70E5-4017-A3BC-1E3DA92D9A65}" type="pres">
      <dgm:prSet presAssocID="{BDA6CB27-BADF-480E-9224-4C0ABC4C590C}" presName="iconBgRect" presStyleLbl="bgShp" presStyleIdx="0" presStyleCnt="4"/>
      <dgm:spPr/>
    </dgm:pt>
    <dgm:pt modelId="{FCE5C556-775E-4F2A-8CA9-3B028CA4F687}" type="pres">
      <dgm:prSet presAssocID="{BDA6CB27-BADF-480E-9224-4C0ABC4C59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889BD034-3C15-4828-B463-54BA4BCAC074}" type="pres">
      <dgm:prSet presAssocID="{BDA6CB27-BADF-480E-9224-4C0ABC4C590C}" presName="spaceRect" presStyleCnt="0"/>
      <dgm:spPr/>
    </dgm:pt>
    <dgm:pt modelId="{7E5FB32F-EFAD-4288-A79B-6ABED56C305B}" type="pres">
      <dgm:prSet presAssocID="{BDA6CB27-BADF-480E-9224-4C0ABC4C590C}" presName="textRect" presStyleLbl="revTx" presStyleIdx="0" presStyleCnt="4">
        <dgm:presLayoutVars>
          <dgm:chMax val="1"/>
          <dgm:chPref val="1"/>
        </dgm:presLayoutVars>
      </dgm:prSet>
      <dgm:spPr/>
    </dgm:pt>
    <dgm:pt modelId="{947D6F70-D077-4C49-9703-7A4151498F15}" type="pres">
      <dgm:prSet presAssocID="{A123D756-AFAB-43BE-BE9F-61D79B2A5954}" presName="sibTrans" presStyleLbl="sibTrans2D1" presStyleIdx="0" presStyleCnt="0"/>
      <dgm:spPr/>
    </dgm:pt>
    <dgm:pt modelId="{4132C409-D4D8-4BDE-AAE0-2967E1B5F4A0}" type="pres">
      <dgm:prSet presAssocID="{03FD85EE-75E6-4FF6-AC02-CCC4A5C5356E}" presName="compNode" presStyleCnt="0"/>
      <dgm:spPr/>
    </dgm:pt>
    <dgm:pt modelId="{E2CC1C88-52B1-4466-A926-2167D247F2D0}" type="pres">
      <dgm:prSet presAssocID="{03FD85EE-75E6-4FF6-AC02-CCC4A5C5356E}" presName="iconBgRect" presStyleLbl="bgShp" presStyleIdx="1" presStyleCnt="4"/>
      <dgm:spPr/>
    </dgm:pt>
    <dgm:pt modelId="{B09008B5-9F36-4232-B6AF-D7AB9CCAABD3}" type="pres">
      <dgm:prSet presAssocID="{03FD85EE-75E6-4FF6-AC02-CCC4A5C535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z"/>
        </a:ext>
      </dgm:extLst>
    </dgm:pt>
    <dgm:pt modelId="{45483417-22D5-4F8E-BF64-23358447C4F2}" type="pres">
      <dgm:prSet presAssocID="{03FD85EE-75E6-4FF6-AC02-CCC4A5C5356E}" presName="spaceRect" presStyleCnt="0"/>
      <dgm:spPr/>
    </dgm:pt>
    <dgm:pt modelId="{34236176-9F93-4A06-929E-31D9A9BCDEE6}" type="pres">
      <dgm:prSet presAssocID="{03FD85EE-75E6-4FF6-AC02-CCC4A5C5356E}" presName="textRect" presStyleLbl="revTx" presStyleIdx="1" presStyleCnt="4">
        <dgm:presLayoutVars>
          <dgm:chMax val="1"/>
          <dgm:chPref val="1"/>
        </dgm:presLayoutVars>
      </dgm:prSet>
      <dgm:spPr/>
    </dgm:pt>
    <dgm:pt modelId="{463518E6-48DD-4C98-A760-CA6EF18FD14E}" type="pres">
      <dgm:prSet presAssocID="{E5D02B0D-0B98-4E77-9412-ED16D5337AB3}" presName="sibTrans" presStyleLbl="sibTrans2D1" presStyleIdx="0" presStyleCnt="0"/>
      <dgm:spPr/>
    </dgm:pt>
    <dgm:pt modelId="{FC8A415D-4D4D-4824-B86B-BF205DE46084}" type="pres">
      <dgm:prSet presAssocID="{1694C6CD-3EC7-4E59-8D56-34209EFBC941}" presName="compNode" presStyleCnt="0"/>
      <dgm:spPr/>
    </dgm:pt>
    <dgm:pt modelId="{F744F56E-62BE-4344-975A-808D22291B98}" type="pres">
      <dgm:prSet presAssocID="{1694C6CD-3EC7-4E59-8D56-34209EFBC941}" presName="iconBgRect" presStyleLbl="bgShp" presStyleIdx="2" presStyleCnt="4"/>
      <dgm:spPr/>
    </dgm:pt>
    <dgm:pt modelId="{4D5B33F0-56DC-4468-A551-46992D9CE052}" type="pres">
      <dgm:prSet presAssocID="{1694C6CD-3EC7-4E59-8D56-34209EFBC9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lafen"/>
        </a:ext>
      </dgm:extLst>
    </dgm:pt>
    <dgm:pt modelId="{88E1F709-E5F2-438E-83E5-3E3C1EDA9742}" type="pres">
      <dgm:prSet presAssocID="{1694C6CD-3EC7-4E59-8D56-34209EFBC941}" presName="spaceRect" presStyleCnt="0"/>
      <dgm:spPr/>
    </dgm:pt>
    <dgm:pt modelId="{7664E3C9-B907-4A78-8E56-9DA5573A8118}" type="pres">
      <dgm:prSet presAssocID="{1694C6CD-3EC7-4E59-8D56-34209EFBC941}" presName="textRect" presStyleLbl="revTx" presStyleIdx="2" presStyleCnt="4">
        <dgm:presLayoutVars>
          <dgm:chMax val="1"/>
          <dgm:chPref val="1"/>
        </dgm:presLayoutVars>
      </dgm:prSet>
      <dgm:spPr/>
    </dgm:pt>
    <dgm:pt modelId="{147B1795-AE85-4DF6-B0D8-195BC561839A}" type="pres">
      <dgm:prSet presAssocID="{F2D14A67-1865-4944-A415-69193667D968}" presName="sibTrans" presStyleLbl="sibTrans2D1" presStyleIdx="0" presStyleCnt="0"/>
      <dgm:spPr/>
    </dgm:pt>
    <dgm:pt modelId="{9CBB37A7-A8B1-49F8-8B68-BF8E69A56F9C}" type="pres">
      <dgm:prSet presAssocID="{82558108-9CF9-4873-A1BE-F4DED7CE2CEC}" presName="compNode" presStyleCnt="0"/>
      <dgm:spPr/>
    </dgm:pt>
    <dgm:pt modelId="{0C6BEBA7-EB7E-44C4-9377-ADDD45AE1DF2}" type="pres">
      <dgm:prSet presAssocID="{82558108-9CF9-4873-A1BE-F4DED7CE2CEC}" presName="iconBgRect" presStyleLbl="bgShp" presStyleIdx="3" presStyleCnt="4"/>
      <dgm:spPr/>
    </dgm:pt>
    <dgm:pt modelId="{6F37A92A-C39C-4FEE-92D4-1266B1D4C2E8}" type="pres">
      <dgm:prSet presAssocID="{82558108-9CF9-4873-A1BE-F4DED7CE2C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ssenschaftler"/>
        </a:ext>
      </dgm:extLst>
    </dgm:pt>
    <dgm:pt modelId="{74BEDF95-DF54-4E10-8E5E-538C6D369DF5}" type="pres">
      <dgm:prSet presAssocID="{82558108-9CF9-4873-A1BE-F4DED7CE2CEC}" presName="spaceRect" presStyleCnt="0"/>
      <dgm:spPr/>
    </dgm:pt>
    <dgm:pt modelId="{E8B99735-FFC8-4025-B711-773243E89AA3}" type="pres">
      <dgm:prSet presAssocID="{82558108-9CF9-4873-A1BE-F4DED7CE2CE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75C0307-CF9E-4133-8EFC-E06D3B23F554}" type="presOf" srcId="{BDA6CB27-BADF-480E-9224-4C0ABC4C590C}" destId="{7E5FB32F-EFAD-4288-A79B-6ABED56C305B}" srcOrd="0" destOrd="0" presId="urn:microsoft.com/office/officeart/2018/2/layout/IconCircleList"/>
    <dgm:cxn modelId="{7992533D-D88B-46CE-9080-3CF3BC7A94CD}" type="presOf" srcId="{F2D14A67-1865-4944-A415-69193667D968}" destId="{147B1795-AE85-4DF6-B0D8-195BC561839A}" srcOrd="0" destOrd="0" presId="urn:microsoft.com/office/officeart/2018/2/layout/IconCircleList"/>
    <dgm:cxn modelId="{F264E847-18BA-4883-B450-0740E1F16909}" type="presOf" srcId="{F24F3062-E3E7-4439-9D39-3FEC568F0AE2}" destId="{D134870F-6F46-4C08-B62F-0B74FF4AB7D1}" srcOrd="0" destOrd="0" presId="urn:microsoft.com/office/officeart/2018/2/layout/IconCircleList"/>
    <dgm:cxn modelId="{60A15A49-21D3-4F01-8F15-F0758B6E8859}" srcId="{F24F3062-E3E7-4439-9D39-3FEC568F0AE2}" destId="{1694C6CD-3EC7-4E59-8D56-34209EFBC941}" srcOrd="2" destOrd="0" parTransId="{94963A11-FF80-49C1-AEC9-854998D37FA6}" sibTransId="{F2D14A67-1865-4944-A415-69193667D968}"/>
    <dgm:cxn modelId="{A0A87E6D-3952-451F-AAD9-7B5B512875B3}" type="presOf" srcId="{82558108-9CF9-4873-A1BE-F4DED7CE2CEC}" destId="{E8B99735-FFC8-4025-B711-773243E89AA3}" srcOrd="0" destOrd="0" presId="urn:microsoft.com/office/officeart/2018/2/layout/IconCircleList"/>
    <dgm:cxn modelId="{F8A5086F-FC73-4F2F-8EFE-B491F38B0B2F}" srcId="{F24F3062-E3E7-4439-9D39-3FEC568F0AE2}" destId="{BDA6CB27-BADF-480E-9224-4C0ABC4C590C}" srcOrd="0" destOrd="0" parTransId="{64C30C65-F0A6-4B8F-85FB-E1D7FD5215DF}" sibTransId="{A123D756-AFAB-43BE-BE9F-61D79B2A5954}"/>
    <dgm:cxn modelId="{B11B1E53-7326-473B-B318-08009A126662}" type="presOf" srcId="{E5D02B0D-0B98-4E77-9412-ED16D5337AB3}" destId="{463518E6-48DD-4C98-A760-CA6EF18FD14E}" srcOrd="0" destOrd="0" presId="urn:microsoft.com/office/officeart/2018/2/layout/IconCircleList"/>
    <dgm:cxn modelId="{B808A485-8D47-411C-B172-6F40DD414380}" type="presOf" srcId="{A123D756-AFAB-43BE-BE9F-61D79B2A5954}" destId="{947D6F70-D077-4C49-9703-7A4151498F15}" srcOrd="0" destOrd="0" presId="urn:microsoft.com/office/officeart/2018/2/layout/IconCircleList"/>
    <dgm:cxn modelId="{E56FBFA6-5E27-4D91-A302-4AA892824F14}" type="presOf" srcId="{1694C6CD-3EC7-4E59-8D56-34209EFBC941}" destId="{7664E3C9-B907-4A78-8E56-9DA5573A8118}" srcOrd="0" destOrd="0" presId="urn:microsoft.com/office/officeart/2018/2/layout/IconCircleList"/>
    <dgm:cxn modelId="{CA5572BD-CF8A-40C7-A23A-5FC641F658E4}" type="presOf" srcId="{03FD85EE-75E6-4FF6-AC02-CCC4A5C5356E}" destId="{34236176-9F93-4A06-929E-31D9A9BCDEE6}" srcOrd="0" destOrd="0" presId="urn:microsoft.com/office/officeart/2018/2/layout/IconCircleList"/>
    <dgm:cxn modelId="{4A79DDDC-8DFC-473C-98EB-3DE3519754FC}" srcId="{F24F3062-E3E7-4439-9D39-3FEC568F0AE2}" destId="{82558108-9CF9-4873-A1BE-F4DED7CE2CEC}" srcOrd="3" destOrd="0" parTransId="{854B452B-50C2-4B88-B9B1-477D92576160}" sibTransId="{D4EEF3DE-DC18-467E-8D54-D4B27FD82CB9}"/>
    <dgm:cxn modelId="{410259F6-2005-43B9-8553-2AB80295EC70}" srcId="{F24F3062-E3E7-4439-9D39-3FEC568F0AE2}" destId="{03FD85EE-75E6-4FF6-AC02-CCC4A5C5356E}" srcOrd="1" destOrd="0" parTransId="{0F12776E-DE59-434C-8490-9A5AA693A47E}" sibTransId="{E5D02B0D-0B98-4E77-9412-ED16D5337AB3}"/>
    <dgm:cxn modelId="{8629902D-F278-45CE-9668-02C15BD5D13B}" type="presParOf" srcId="{D134870F-6F46-4C08-B62F-0B74FF4AB7D1}" destId="{32FEF8CE-AC12-4FCD-9DD6-94975E761AE9}" srcOrd="0" destOrd="0" presId="urn:microsoft.com/office/officeart/2018/2/layout/IconCircleList"/>
    <dgm:cxn modelId="{EBD39B7E-CFB1-40CE-9EDA-76040797A42E}" type="presParOf" srcId="{32FEF8CE-AC12-4FCD-9DD6-94975E761AE9}" destId="{203D49D0-022E-45D9-A345-D63245774B6C}" srcOrd="0" destOrd="0" presId="urn:microsoft.com/office/officeart/2018/2/layout/IconCircleList"/>
    <dgm:cxn modelId="{65372172-6B80-4105-84B3-6A39541E521A}" type="presParOf" srcId="{203D49D0-022E-45D9-A345-D63245774B6C}" destId="{E05E5C71-70E5-4017-A3BC-1E3DA92D9A65}" srcOrd="0" destOrd="0" presId="urn:microsoft.com/office/officeart/2018/2/layout/IconCircleList"/>
    <dgm:cxn modelId="{603E5971-6C2C-4632-9975-55E21CCB6324}" type="presParOf" srcId="{203D49D0-022E-45D9-A345-D63245774B6C}" destId="{FCE5C556-775E-4F2A-8CA9-3B028CA4F687}" srcOrd="1" destOrd="0" presId="urn:microsoft.com/office/officeart/2018/2/layout/IconCircleList"/>
    <dgm:cxn modelId="{96910A17-2E33-429E-A30E-99E69EB75919}" type="presParOf" srcId="{203D49D0-022E-45D9-A345-D63245774B6C}" destId="{889BD034-3C15-4828-B463-54BA4BCAC074}" srcOrd="2" destOrd="0" presId="urn:microsoft.com/office/officeart/2018/2/layout/IconCircleList"/>
    <dgm:cxn modelId="{7BDE3098-0B0A-4CCA-9824-3E7E4ED951A7}" type="presParOf" srcId="{203D49D0-022E-45D9-A345-D63245774B6C}" destId="{7E5FB32F-EFAD-4288-A79B-6ABED56C305B}" srcOrd="3" destOrd="0" presId="urn:microsoft.com/office/officeart/2018/2/layout/IconCircleList"/>
    <dgm:cxn modelId="{2E147CD7-5590-46B0-8283-39EC29142D74}" type="presParOf" srcId="{32FEF8CE-AC12-4FCD-9DD6-94975E761AE9}" destId="{947D6F70-D077-4C49-9703-7A4151498F15}" srcOrd="1" destOrd="0" presId="urn:microsoft.com/office/officeart/2018/2/layout/IconCircleList"/>
    <dgm:cxn modelId="{3C3562E3-507F-4F37-9A68-FFBD8C39DFB4}" type="presParOf" srcId="{32FEF8CE-AC12-4FCD-9DD6-94975E761AE9}" destId="{4132C409-D4D8-4BDE-AAE0-2967E1B5F4A0}" srcOrd="2" destOrd="0" presId="urn:microsoft.com/office/officeart/2018/2/layout/IconCircleList"/>
    <dgm:cxn modelId="{D0C420D6-7B56-40F7-A7DE-272734CE249F}" type="presParOf" srcId="{4132C409-D4D8-4BDE-AAE0-2967E1B5F4A0}" destId="{E2CC1C88-52B1-4466-A926-2167D247F2D0}" srcOrd="0" destOrd="0" presId="urn:microsoft.com/office/officeart/2018/2/layout/IconCircleList"/>
    <dgm:cxn modelId="{2B4FC9F5-FE77-4F51-8D52-88A9646889BF}" type="presParOf" srcId="{4132C409-D4D8-4BDE-AAE0-2967E1B5F4A0}" destId="{B09008B5-9F36-4232-B6AF-D7AB9CCAABD3}" srcOrd="1" destOrd="0" presId="urn:microsoft.com/office/officeart/2018/2/layout/IconCircleList"/>
    <dgm:cxn modelId="{6B86A6C6-6B23-46DD-857F-0C963BB03B38}" type="presParOf" srcId="{4132C409-D4D8-4BDE-AAE0-2967E1B5F4A0}" destId="{45483417-22D5-4F8E-BF64-23358447C4F2}" srcOrd="2" destOrd="0" presId="urn:microsoft.com/office/officeart/2018/2/layout/IconCircleList"/>
    <dgm:cxn modelId="{54E06272-9426-4C12-9206-678BD64256C5}" type="presParOf" srcId="{4132C409-D4D8-4BDE-AAE0-2967E1B5F4A0}" destId="{34236176-9F93-4A06-929E-31D9A9BCDEE6}" srcOrd="3" destOrd="0" presId="urn:microsoft.com/office/officeart/2018/2/layout/IconCircleList"/>
    <dgm:cxn modelId="{9F6014E5-DCC8-41CD-9821-64F45A0CDEE7}" type="presParOf" srcId="{32FEF8CE-AC12-4FCD-9DD6-94975E761AE9}" destId="{463518E6-48DD-4C98-A760-CA6EF18FD14E}" srcOrd="3" destOrd="0" presId="urn:microsoft.com/office/officeart/2018/2/layout/IconCircleList"/>
    <dgm:cxn modelId="{F6EA1E4C-0000-492A-8534-0D3F34CB9DDC}" type="presParOf" srcId="{32FEF8CE-AC12-4FCD-9DD6-94975E761AE9}" destId="{FC8A415D-4D4D-4824-B86B-BF205DE46084}" srcOrd="4" destOrd="0" presId="urn:microsoft.com/office/officeart/2018/2/layout/IconCircleList"/>
    <dgm:cxn modelId="{4E7C4FAE-8860-4AE6-BDA1-F197A1A13F32}" type="presParOf" srcId="{FC8A415D-4D4D-4824-B86B-BF205DE46084}" destId="{F744F56E-62BE-4344-975A-808D22291B98}" srcOrd="0" destOrd="0" presId="urn:microsoft.com/office/officeart/2018/2/layout/IconCircleList"/>
    <dgm:cxn modelId="{A62BBE20-D369-4170-AC8B-CEF7713F9CA8}" type="presParOf" srcId="{FC8A415D-4D4D-4824-B86B-BF205DE46084}" destId="{4D5B33F0-56DC-4468-A551-46992D9CE052}" srcOrd="1" destOrd="0" presId="urn:microsoft.com/office/officeart/2018/2/layout/IconCircleList"/>
    <dgm:cxn modelId="{DC0B97CA-9842-4F95-98C1-13848E074707}" type="presParOf" srcId="{FC8A415D-4D4D-4824-B86B-BF205DE46084}" destId="{88E1F709-E5F2-438E-83E5-3E3C1EDA9742}" srcOrd="2" destOrd="0" presId="urn:microsoft.com/office/officeart/2018/2/layout/IconCircleList"/>
    <dgm:cxn modelId="{82B1C069-0EE7-4F58-9D8E-C30FA22A08A4}" type="presParOf" srcId="{FC8A415D-4D4D-4824-B86B-BF205DE46084}" destId="{7664E3C9-B907-4A78-8E56-9DA5573A8118}" srcOrd="3" destOrd="0" presId="urn:microsoft.com/office/officeart/2018/2/layout/IconCircleList"/>
    <dgm:cxn modelId="{1B90DF30-4D73-454A-A1CF-E9307BA53B8C}" type="presParOf" srcId="{32FEF8CE-AC12-4FCD-9DD6-94975E761AE9}" destId="{147B1795-AE85-4DF6-B0D8-195BC561839A}" srcOrd="5" destOrd="0" presId="urn:microsoft.com/office/officeart/2018/2/layout/IconCircleList"/>
    <dgm:cxn modelId="{576756A3-D410-4FE1-BB2A-8AB09F89F42A}" type="presParOf" srcId="{32FEF8CE-AC12-4FCD-9DD6-94975E761AE9}" destId="{9CBB37A7-A8B1-49F8-8B68-BF8E69A56F9C}" srcOrd="6" destOrd="0" presId="urn:microsoft.com/office/officeart/2018/2/layout/IconCircleList"/>
    <dgm:cxn modelId="{370A5000-0F99-4D92-8E06-FEC6B80D42E9}" type="presParOf" srcId="{9CBB37A7-A8B1-49F8-8B68-BF8E69A56F9C}" destId="{0C6BEBA7-EB7E-44C4-9377-ADDD45AE1DF2}" srcOrd="0" destOrd="0" presId="urn:microsoft.com/office/officeart/2018/2/layout/IconCircleList"/>
    <dgm:cxn modelId="{E28D78B2-A8A4-4DB9-B787-15B9C2A38653}" type="presParOf" srcId="{9CBB37A7-A8B1-49F8-8B68-BF8E69A56F9C}" destId="{6F37A92A-C39C-4FEE-92D4-1266B1D4C2E8}" srcOrd="1" destOrd="0" presId="urn:microsoft.com/office/officeart/2018/2/layout/IconCircleList"/>
    <dgm:cxn modelId="{6685A427-1FB6-4D8C-8204-B5B1345608B2}" type="presParOf" srcId="{9CBB37A7-A8B1-49F8-8B68-BF8E69A56F9C}" destId="{74BEDF95-DF54-4E10-8E5E-538C6D369DF5}" srcOrd="2" destOrd="0" presId="urn:microsoft.com/office/officeart/2018/2/layout/IconCircleList"/>
    <dgm:cxn modelId="{0B7EF300-C2C2-436F-A7BC-B1F7A3D6F1EE}" type="presParOf" srcId="{9CBB37A7-A8B1-49F8-8B68-BF8E69A56F9C}" destId="{E8B99735-FFC8-4025-B711-773243E89AA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DAB1C6-F637-4EAD-9F01-DA7DD979DD5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B24B46-7232-449A-8352-284CFDEA311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RAM &amp; Storage </a:t>
          </a:r>
          <a:r>
            <a:rPr lang="de-DE" dirty="0" err="1"/>
            <a:t>often</a:t>
          </a:r>
          <a:r>
            <a:rPr lang="de-DE" dirty="0"/>
            <a:t> </a:t>
          </a:r>
          <a:r>
            <a:rPr lang="de-DE" dirty="0" err="1"/>
            <a:t>soldered</a:t>
          </a:r>
          <a:r>
            <a:rPr lang="de-DE" dirty="0"/>
            <a:t>.</a:t>
          </a:r>
          <a:endParaRPr lang="en-US" dirty="0"/>
        </a:p>
      </dgm:t>
    </dgm:pt>
    <dgm:pt modelId="{7D9859B2-DB97-4A77-A337-EDAF0668040B}" type="parTrans" cxnId="{975DAA9E-A56A-4250-ACA1-54CDE32CE277}">
      <dgm:prSet/>
      <dgm:spPr/>
      <dgm:t>
        <a:bodyPr/>
        <a:lstStyle/>
        <a:p>
          <a:endParaRPr lang="en-US"/>
        </a:p>
      </dgm:t>
    </dgm:pt>
    <dgm:pt modelId="{4DE2EEE5-0BE0-4471-BE77-D4EAD0BB546A}" type="sibTrans" cxnId="{975DAA9E-A56A-4250-ACA1-54CDE32CE277}">
      <dgm:prSet/>
      <dgm:spPr/>
      <dgm:t>
        <a:bodyPr/>
        <a:lstStyle/>
        <a:p>
          <a:endParaRPr lang="en-US"/>
        </a:p>
      </dgm:t>
    </dgm:pt>
    <dgm:pt modelId="{D8195F3D-B907-4C65-817A-6D4D45F2D29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de-DE" dirty="0" err="1"/>
            <a:t>Saves</a:t>
          </a:r>
          <a:r>
            <a:rPr lang="de-DE" dirty="0"/>
            <a:t> space.</a:t>
          </a:r>
          <a:endParaRPr lang="en-US" dirty="0">
            <a:latin typeface="Grandview Display"/>
          </a:endParaRPr>
        </a:p>
      </dgm:t>
    </dgm:pt>
    <dgm:pt modelId="{2A990F8A-2B06-4384-8139-031ABF81FF77}" type="parTrans" cxnId="{455D24BC-6885-4465-8EEA-FC4C41C653A3}">
      <dgm:prSet/>
      <dgm:spPr/>
      <dgm:t>
        <a:bodyPr/>
        <a:lstStyle/>
        <a:p>
          <a:endParaRPr lang="en-US"/>
        </a:p>
      </dgm:t>
    </dgm:pt>
    <dgm:pt modelId="{B22A3F8C-000E-462C-9E29-9E76A6C25F3B}" type="sibTrans" cxnId="{455D24BC-6885-4465-8EEA-FC4C41C653A3}">
      <dgm:prSet/>
      <dgm:spPr/>
      <dgm:t>
        <a:bodyPr/>
        <a:lstStyle/>
        <a:p>
          <a:endParaRPr lang="en-US"/>
        </a:p>
      </dgm:t>
    </dgm:pt>
    <dgm:pt modelId="{E8CE3B60-4484-4610-9A84-B239D6F4365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Enables</a:t>
          </a:r>
          <a:r>
            <a:rPr lang="de-DE" dirty="0"/>
            <a:t> </a:t>
          </a:r>
          <a:r>
            <a:rPr lang="de-DE" dirty="0" err="1"/>
            <a:t>thinner</a:t>
          </a:r>
          <a:r>
            <a:rPr lang="de-DE" dirty="0"/>
            <a:t> </a:t>
          </a:r>
          <a:r>
            <a:rPr lang="de-DE" dirty="0" err="1"/>
            <a:t>devices</a:t>
          </a:r>
          <a:r>
            <a:rPr lang="de-DE" dirty="0"/>
            <a:t>.</a:t>
          </a:r>
          <a:endParaRPr lang="en-US" dirty="0"/>
        </a:p>
      </dgm:t>
    </dgm:pt>
    <dgm:pt modelId="{B0A19AF1-371B-40F5-B0AE-BDC7F427FEC5}" type="parTrans" cxnId="{71AF8D57-A098-4AA4-B1C8-157B39E78C7F}">
      <dgm:prSet/>
      <dgm:spPr/>
      <dgm:t>
        <a:bodyPr/>
        <a:lstStyle/>
        <a:p>
          <a:endParaRPr lang="en-US"/>
        </a:p>
      </dgm:t>
    </dgm:pt>
    <dgm:pt modelId="{E842E48B-096A-4C0E-9377-99052ED38C67}" type="sibTrans" cxnId="{71AF8D57-A098-4AA4-B1C8-157B39E78C7F}">
      <dgm:prSet/>
      <dgm:spPr/>
      <dgm:t>
        <a:bodyPr/>
        <a:lstStyle/>
        <a:p>
          <a:endParaRPr lang="en-US"/>
        </a:p>
      </dgm:t>
    </dgm:pt>
    <dgm:pt modelId="{81975CBC-1F10-40F0-BC4D-288B3DF8F1B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Downside</a:t>
          </a:r>
          <a:r>
            <a:rPr lang="de-DE" dirty="0"/>
            <a:t>: </a:t>
          </a:r>
          <a:r>
            <a:rPr lang="de-DE" dirty="0" err="1"/>
            <a:t>no</a:t>
          </a:r>
          <a:r>
            <a:rPr lang="de-DE" dirty="0"/>
            <a:t> </a:t>
          </a:r>
          <a:r>
            <a:rPr lang="de-DE" dirty="0" err="1"/>
            <a:t>upgrades</a:t>
          </a:r>
          <a:r>
            <a:rPr lang="de-DE" dirty="0"/>
            <a:t>/</a:t>
          </a:r>
          <a:r>
            <a:rPr lang="de-DE" dirty="0" err="1"/>
            <a:t>repairs</a:t>
          </a:r>
          <a:r>
            <a:rPr lang="de-DE" dirty="0"/>
            <a:t>.</a:t>
          </a:r>
          <a:endParaRPr lang="en-US" dirty="0"/>
        </a:p>
      </dgm:t>
    </dgm:pt>
    <dgm:pt modelId="{B189E6CD-766F-42F3-A2A4-183D5218D873}" type="parTrans" cxnId="{E688620C-48C7-4ECF-B20A-0E7B7AB1FDF2}">
      <dgm:prSet/>
      <dgm:spPr/>
      <dgm:t>
        <a:bodyPr/>
        <a:lstStyle/>
        <a:p>
          <a:endParaRPr lang="en-US"/>
        </a:p>
      </dgm:t>
    </dgm:pt>
    <dgm:pt modelId="{E50D480D-5FCC-4D59-A4F1-B42C50A98404}" type="sibTrans" cxnId="{E688620C-48C7-4ECF-B20A-0E7B7AB1FDF2}">
      <dgm:prSet/>
      <dgm:spPr/>
      <dgm:t>
        <a:bodyPr/>
        <a:lstStyle/>
        <a:p>
          <a:endParaRPr lang="en-US"/>
        </a:p>
      </dgm:t>
    </dgm:pt>
    <dgm:pt modelId="{2197C0D0-5AFE-4893-8D2B-F1FCEA64BA7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Reduces</a:t>
          </a:r>
          <a:r>
            <a:rPr lang="de-DE" dirty="0"/>
            <a:t> power </a:t>
          </a:r>
          <a:r>
            <a:rPr lang="de-DE" dirty="0" err="1"/>
            <a:t>usage</a:t>
          </a:r>
          <a:r>
            <a:rPr lang="de-DE" dirty="0"/>
            <a:t>.</a:t>
          </a:r>
        </a:p>
      </dgm:t>
    </dgm:pt>
    <dgm:pt modelId="{E33E12AB-9BE3-4CE3-B75D-0C5F9A4944DA}" type="parTrans" cxnId="{86650E44-A6F3-44B7-BF23-3C633874FCDA}">
      <dgm:prSet/>
      <dgm:spPr/>
    </dgm:pt>
    <dgm:pt modelId="{41B33F32-EB05-4851-90BF-96C57BDD0B9F}" type="sibTrans" cxnId="{86650E44-A6F3-44B7-BF23-3C633874FCDA}">
      <dgm:prSet/>
      <dgm:spPr/>
    </dgm:pt>
    <dgm:pt modelId="{237E052B-B729-4F54-A988-0CD8571E8CB6}" type="pres">
      <dgm:prSet presAssocID="{92DAB1C6-F637-4EAD-9F01-DA7DD979DD50}" presName="root" presStyleCnt="0">
        <dgm:presLayoutVars>
          <dgm:dir/>
          <dgm:resizeHandles val="exact"/>
        </dgm:presLayoutVars>
      </dgm:prSet>
      <dgm:spPr/>
    </dgm:pt>
    <dgm:pt modelId="{A3E1B0D9-76DE-42FE-A18B-653A6B661EC0}" type="pres">
      <dgm:prSet presAssocID="{BFB24B46-7232-449A-8352-284CFDEA3110}" presName="compNode" presStyleCnt="0"/>
      <dgm:spPr/>
    </dgm:pt>
    <dgm:pt modelId="{9A19200B-B589-4EAB-AA4D-0C42B46D4E92}" type="pres">
      <dgm:prSet presAssocID="{BFB24B46-7232-449A-8352-284CFDEA3110}" presName="bgRect" presStyleLbl="bgShp" presStyleIdx="0" presStyleCnt="5"/>
      <dgm:spPr/>
    </dgm:pt>
    <dgm:pt modelId="{CEDB258C-DE01-4FFA-89EA-3B1D0F18E458}" type="pres">
      <dgm:prSet presAssocID="{BFB24B46-7232-449A-8352-284CFDEA311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6E730B7C-1824-4F9C-AFE6-CE5ED98726A9}" type="pres">
      <dgm:prSet presAssocID="{BFB24B46-7232-449A-8352-284CFDEA3110}" presName="spaceRect" presStyleCnt="0"/>
      <dgm:spPr/>
    </dgm:pt>
    <dgm:pt modelId="{E65AD6C2-2783-41A6-93F2-BEB0C50284F6}" type="pres">
      <dgm:prSet presAssocID="{BFB24B46-7232-449A-8352-284CFDEA3110}" presName="parTx" presStyleLbl="revTx" presStyleIdx="0" presStyleCnt="5">
        <dgm:presLayoutVars>
          <dgm:chMax val="0"/>
          <dgm:chPref val="0"/>
        </dgm:presLayoutVars>
      </dgm:prSet>
      <dgm:spPr/>
    </dgm:pt>
    <dgm:pt modelId="{E0D5206D-D4CD-40CB-B6A3-6BD362F029A9}" type="pres">
      <dgm:prSet presAssocID="{4DE2EEE5-0BE0-4471-BE77-D4EAD0BB546A}" presName="sibTrans" presStyleCnt="0"/>
      <dgm:spPr/>
    </dgm:pt>
    <dgm:pt modelId="{EDCB149F-0CAD-4E89-8402-8744545441FE}" type="pres">
      <dgm:prSet presAssocID="{D8195F3D-B907-4C65-817A-6D4D45F2D290}" presName="compNode" presStyleCnt="0"/>
      <dgm:spPr/>
    </dgm:pt>
    <dgm:pt modelId="{6BB67576-2819-4561-9445-FC653D30A176}" type="pres">
      <dgm:prSet presAssocID="{D8195F3D-B907-4C65-817A-6D4D45F2D290}" presName="bgRect" presStyleLbl="bgShp" presStyleIdx="1" presStyleCnt="5"/>
      <dgm:spPr/>
    </dgm:pt>
    <dgm:pt modelId="{C20929DA-39B3-4270-BC25-1ED0132E359B}" type="pres">
      <dgm:prSet presAssocID="{D8195F3D-B907-4C65-817A-6D4D45F2D29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eren"/>
        </a:ext>
      </dgm:extLst>
    </dgm:pt>
    <dgm:pt modelId="{0E4AF9A0-E37D-437A-BB00-6313498CF343}" type="pres">
      <dgm:prSet presAssocID="{D8195F3D-B907-4C65-817A-6D4D45F2D290}" presName="spaceRect" presStyleCnt="0"/>
      <dgm:spPr/>
    </dgm:pt>
    <dgm:pt modelId="{5DC528C5-CCCD-4FCF-A04E-4A0AC64137B3}" type="pres">
      <dgm:prSet presAssocID="{D8195F3D-B907-4C65-817A-6D4D45F2D290}" presName="parTx" presStyleLbl="revTx" presStyleIdx="1" presStyleCnt="5">
        <dgm:presLayoutVars>
          <dgm:chMax val="0"/>
          <dgm:chPref val="0"/>
        </dgm:presLayoutVars>
      </dgm:prSet>
      <dgm:spPr/>
    </dgm:pt>
    <dgm:pt modelId="{392A1B3D-A47B-4749-B7F4-231284426D55}" type="pres">
      <dgm:prSet presAssocID="{B22A3F8C-000E-462C-9E29-9E76A6C25F3B}" presName="sibTrans" presStyleCnt="0"/>
      <dgm:spPr/>
    </dgm:pt>
    <dgm:pt modelId="{9295E1F9-80FA-4850-8AFD-A5E8E809AECA}" type="pres">
      <dgm:prSet presAssocID="{2197C0D0-5AFE-4893-8D2B-F1FCEA64BA70}" presName="compNode" presStyleCnt="0"/>
      <dgm:spPr/>
    </dgm:pt>
    <dgm:pt modelId="{CBAEA833-8AFF-4583-9564-904D955B5B4E}" type="pres">
      <dgm:prSet presAssocID="{2197C0D0-5AFE-4893-8D2B-F1FCEA64BA70}" presName="bgRect" presStyleLbl="bgShp" presStyleIdx="2" presStyleCnt="5"/>
      <dgm:spPr/>
    </dgm:pt>
    <dgm:pt modelId="{3EF9D57D-B8F8-42BB-B1CE-B2D5CEE5A479}" type="pres">
      <dgm:prSet presAssocID="{2197C0D0-5AFE-4893-8D2B-F1FCEA64BA7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llustration of battery icon | Free stock vector - 395006"/>
        </a:ext>
      </dgm:extLst>
    </dgm:pt>
    <dgm:pt modelId="{53CFEB7E-9C4F-4EBA-B50B-EE07F244951E}" type="pres">
      <dgm:prSet presAssocID="{2197C0D0-5AFE-4893-8D2B-F1FCEA64BA70}" presName="spaceRect" presStyleCnt="0"/>
      <dgm:spPr/>
    </dgm:pt>
    <dgm:pt modelId="{3EF3D742-C892-4D6A-BBE7-9C5873DF81A7}" type="pres">
      <dgm:prSet presAssocID="{2197C0D0-5AFE-4893-8D2B-F1FCEA64BA70}" presName="parTx" presStyleLbl="revTx" presStyleIdx="2" presStyleCnt="5">
        <dgm:presLayoutVars>
          <dgm:chMax val="0"/>
          <dgm:chPref val="0"/>
        </dgm:presLayoutVars>
      </dgm:prSet>
      <dgm:spPr/>
    </dgm:pt>
    <dgm:pt modelId="{03DBAA57-0539-47BB-A366-FD0578A88702}" type="pres">
      <dgm:prSet presAssocID="{41B33F32-EB05-4851-90BF-96C57BDD0B9F}" presName="sibTrans" presStyleCnt="0"/>
      <dgm:spPr/>
    </dgm:pt>
    <dgm:pt modelId="{BEE4666F-01CA-49C7-B4F4-7DB2C9A24FD9}" type="pres">
      <dgm:prSet presAssocID="{E8CE3B60-4484-4610-9A84-B239D6F4365C}" presName="compNode" presStyleCnt="0"/>
      <dgm:spPr/>
    </dgm:pt>
    <dgm:pt modelId="{D5BBFAB0-AA18-4585-A189-0493D9D4620B}" type="pres">
      <dgm:prSet presAssocID="{E8CE3B60-4484-4610-9A84-B239D6F4365C}" presName="bgRect" presStyleLbl="bgShp" presStyleIdx="3" presStyleCnt="5"/>
      <dgm:spPr/>
    </dgm:pt>
    <dgm:pt modelId="{87447720-A3B9-40F1-A7BA-AE49DEDF760C}" type="pres">
      <dgm:prSet presAssocID="{E8CE3B60-4484-4610-9A84-B239D6F4365C}" presName="iconRect" presStyleLbl="node1" presStyleIdx="3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0AC5C33B-37E7-48AF-B084-6EEF02A316F2}" type="pres">
      <dgm:prSet presAssocID="{E8CE3B60-4484-4610-9A84-B239D6F4365C}" presName="spaceRect" presStyleCnt="0"/>
      <dgm:spPr/>
    </dgm:pt>
    <dgm:pt modelId="{AC155AF8-0997-45D1-8D8A-30DED9583235}" type="pres">
      <dgm:prSet presAssocID="{E8CE3B60-4484-4610-9A84-B239D6F4365C}" presName="parTx" presStyleLbl="revTx" presStyleIdx="3" presStyleCnt="5">
        <dgm:presLayoutVars>
          <dgm:chMax val="0"/>
          <dgm:chPref val="0"/>
        </dgm:presLayoutVars>
      </dgm:prSet>
      <dgm:spPr/>
    </dgm:pt>
    <dgm:pt modelId="{112B2E6E-3935-49AF-8DED-DC3AD04BCBCE}" type="pres">
      <dgm:prSet presAssocID="{E842E48B-096A-4C0E-9377-99052ED38C67}" presName="sibTrans" presStyleCnt="0"/>
      <dgm:spPr/>
    </dgm:pt>
    <dgm:pt modelId="{B86B6A85-81E9-4AD1-84B8-506987F857ED}" type="pres">
      <dgm:prSet presAssocID="{81975CBC-1F10-40F0-BC4D-288B3DF8F1B2}" presName="compNode" presStyleCnt="0"/>
      <dgm:spPr/>
    </dgm:pt>
    <dgm:pt modelId="{23DC2689-22BD-4668-B6FC-16A19F202F1F}" type="pres">
      <dgm:prSet presAssocID="{81975CBC-1F10-40F0-BC4D-288B3DF8F1B2}" presName="bgRect" presStyleLbl="bgShp" presStyleIdx="4" presStyleCnt="5"/>
      <dgm:spPr/>
    </dgm:pt>
    <dgm:pt modelId="{193FD6D3-2035-4521-AE24-6CACA5408903}" type="pres">
      <dgm:prSet presAssocID="{81975CBC-1F10-40F0-BC4D-288B3DF8F1B2}" presName="iconRect" presStyleLbl="node1" presStyleIdx="4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weißer"/>
        </a:ext>
      </dgm:extLst>
    </dgm:pt>
    <dgm:pt modelId="{94B2FC83-34C2-4A0C-9CDE-EF49A36144B9}" type="pres">
      <dgm:prSet presAssocID="{81975CBC-1F10-40F0-BC4D-288B3DF8F1B2}" presName="spaceRect" presStyleCnt="0"/>
      <dgm:spPr/>
    </dgm:pt>
    <dgm:pt modelId="{27778607-E545-4CE8-96D1-F0FB49DD4886}" type="pres">
      <dgm:prSet presAssocID="{81975CBC-1F10-40F0-BC4D-288B3DF8F1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688620C-48C7-4ECF-B20A-0E7B7AB1FDF2}" srcId="{92DAB1C6-F637-4EAD-9F01-DA7DD979DD50}" destId="{81975CBC-1F10-40F0-BC4D-288B3DF8F1B2}" srcOrd="4" destOrd="0" parTransId="{B189E6CD-766F-42F3-A2A4-183D5218D873}" sibTransId="{E50D480D-5FCC-4D59-A4F1-B42C50A98404}"/>
    <dgm:cxn modelId="{FC01AE3C-7F58-45F8-94FF-3D97F2626DEB}" type="presOf" srcId="{2197C0D0-5AFE-4893-8D2B-F1FCEA64BA70}" destId="{3EF3D742-C892-4D6A-BBE7-9C5873DF81A7}" srcOrd="0" destOrd="0" presId="urn:microsoft.com/office/officeart/2018/2/layout/IconVerticalSolidList"/>
    <dgm:cxn modelId="{86650E44-A6F3-44B7-BF23-3C633874FCDA}" srcId="{92DAB1C6-F637-4EAD-9F01-DA7DD979DD50}" destId="{2197C0D0-5AFE-4893-8D2B-F1FCEA64BA70}" srcOrd="2" destOrd="0" parTransId="{E33E12AB-9BE3-4CE3-B75D-0C5F9A4944DA}" sibTransId="{41B33F32-EB05-4851-90BF-96C57BDD0B9F}"/>
    <dgm:cxn modelId="{0204DD45-370A-4A43-AB97-B1FF82EBA5BF}" type="presOf" srcId="{BFB24B46-7232-449A-8352-284CFDEA3110}" destId="{E65AD6C2-2783-41A6-93F2-BEB0C50284F6}" srcOrd="0" destOrd="0" presId="urn:microsoft.com/office/officeart/2018/2/layout/IconVerticalSolidList"/>
    <dgm:cxn modelId="{71AF8D57-A098-4AA4-B1C8-157B39E78C7F}" srcId="{92DAB1C6-F637-4EAD-9F01-DA7DD979DD50}" destId="{E8CE3B60-4484-4610-9A84-B239D6F4365C}" srcOrd="3" destOrd="0" parTransId="{B0A19AF1-371B-40F5-B0AE-BDC7F427FEC5}" sibTransId="{E842E48B-096A-4C0E-9377-99052ED38C67}"/>
    <dgm:cxn modelId="{72990E7D-38E3-41C5-B56B-F353427E6DE0}" type="presOf" srcId="{92DAB1C6-F637-4EAD-9F01-DA7DD979DD50}" destId="{237E052B-B729-4F54-A988-0CD8571E8CB6}" srcOrd="0" destOrd="0" presId="urn:microsoft.com/office/officeart/2018/2/layout/IconVerticalSolidList"/>
    <dgm:cxn modelId="{975DAA9E-A56A-4250-ACA1-54CDE32CE277}" srcId="{92DAB1C6-F637-4EAD-9F01-DA7DD979DD50}" destId="{BFB24B46-7232-449A-8352-284CFDEA3110}" srcOrd="0" destOrd="0" parTransId="{7D9859B2-DB97-4A77-A337-EDAF0668040B}" sibTransId="{4DE2EEE5-0BE0-4471-BE77-D4EAD0BB546A}"/>
    <dgm:cxn modelId="{83B9F0A0-F46C-4B2B-84DD-FD1038FC6E12}" type="presOf" srcId="{E8CE3B60-4484-4610-9A84-B239D6F4365C}" destId="{AC155AF8-0997-45D1-8D8A-30DED9583235}" srcOrd="0" destOrd="0" presId="urn:microsoft.com/office/officeart/2018/2/layout/IconVerticalSolidList"/>
    <dgm:cxn modelId="{2482BDA7-F831-4950-8FFB-8404FAEF5326}" type="presOf" srcId="{D8195F3D-B907-4C65-817A-6D4D45F2D290}" destId="{5DC528C5-CCCD-4FCF-A04E-4A0AC64137B3}" srcOrd="0" destOrd="0" presId="urn:microsoft.com/office/officeart/2018/2/layout/IconVerticalSolidList"/>
    <dgm:cxn modelId="{064CF9B4-FC77-4A6D-9115-E6F61684780F}" type="presOf" srcId="{81975CBC-1F10-40F0-BC4D-288B3DF8F1B2}" destId="{27778607-E545-4CE8-96D1-F0FB49DD4886}" srcOrd="0" destOrd="0" presId="urn:microsoft.com/office/officeart/2018/2/layout/IconVerticalSolidList"/>
    <dgm:cxn modelId="{455D24BC-6885-4465-8EEA-FC4C41C653A3}" srcId="{92DAB1C6-F637-4EAD-9F01-DA7DD979DD50}" destId="{D8195F3D-B907-4C65-817A-6D4D45F2D290}" srcOrd="1" destOrd="0" parTransId="{2A990F8A-2B06-4384-8139-031ABF81FF77}" sibTransId="{B22A3F8C-000E-462C-9E29-9E76A6C25F3B}"/>
    <dgm:cxn modelId="{03F6B127-366E-4EF7-9C15-9A5BF52B6166}" type="presParOf" srcId="{237E052B-B729-4F54-A988-0CD8571E8CB6}" destId="{A3E1B0D9-76DE-42FE-A18B-653A6B661EC0}" srcOrd="0" destOrd="0" presId="urn:microsoft.com/office/officeart/2018/2/layout/IconVerticalSolidList"/>
    <dgm:cxn modelId="{E8FED48A-568F-49C9-B348-D0960FC7ECD0}" type="presParOf" srcId="{A3E1B0D9-76DE-42FE-A18B-653A6B661EC0}" destId="{9A19200B-B589-4EAB-AA4D-0C42B46D4E92}" srcOrd="0" destOrd="0" presId="urn:microsoft.com/office/officeart/2018/2/layout/IconVerticalSolidList"/>
    <dgm:cxn modelId="{BAC82E50-23A4-493B-988F-3B91FA012841}" type="presParOf" srcId="{A3E1B0D9-76DE-42FE-A18B-653A6B661EC0}" destId="{CEDB258C-DE01-4FFA-89EA-3B1D0F18E458}" srcOrd="1" destOrd="0" presId="urn:microsoft.com/office/officeart/2018/2/layout/IconVerticalSolidList"/>
    <dgm:cxn modelId="{66F1CFF4-C515-4E9D-9ECD-C3B2F8C4C664}" type="presParOf" srcId="{A3E1B0D9-76DE-42FE-A18B-653A6B661EC0}" destId="{6E730B7C-1824-4F9C-AFE6-CE5ED98726A9}" srcOrd="2" destOrd="0" presId="urn:microsoft.com/office/officeart/2018/2/layout/IconVerticalSolidList"/>
    <dgm:cxn modelId="{78ADC8CC-1FF3-42D8-BAB6-1CBFFEFCDF5E}" type="presParOf" srcId="{A3E1B0D9-76DE-42FE-A18B-653A6B661EC0}" destId="{E65AD6C2-2783-41A6-93F2-BEB0C50284F6}" srcOrd="3" destOrd="0" presId="urn:microsoft.com/office/officeart/2018/2/layout/IconVerticalSolidList"/>
    <dgm:cxn modelId="{79249264-6D5C-475F-B8C7-1E199448C43A}" type="presParOf" srcId="{237E052B-B729-4F54-A988-0CD8571E8CB6}" destId="{E0D5206D-D4CD-40CB-B6A3-6BD362F029A9}" srcOrd="1" destOrd="0" presId="urn:microsoft.com/office/officeart/2018/2/layout/IconVerticalSolidList"/>
    <dgm:cxn modelId="{9A01308E-84D8-43E1-A709-687A88246E2D}" type="presParOf" srcId="{237E052B-B729-4F54-A988-0CD8571E8CB6}" destId="{EDCB149F-0CAD-4E89-8402-8744545441FE}" srcOrd="2" destOrd="0" presId="urn:microsoft.com/office/officeart/2018/2/layout/IconVerticalSolidList"/>
    <dgm:cxn modelId="{D696CA9E-0FD0-4248-B245-DD8F8F060736}" type="presParOf" srcId="{EDCB149F-0CAD-4E89-8402-8744545441FE}" destId="{6BB67576-2819-4561-9445-FC653D30A176}" srcOrd="0" destOrd="0" presId="urn:microsoft.com/office/officeart/2018/2/layout/IconVerticalSolidList"/>
    <dgm:cxn modelId="{1E7A299B-6598-4939-9678-A39E22638D60}" type="presParOf" srcId="{EDCB149F-0CAD-4E89-8402-8744545441FE}" destId="{C20929DA-39B3-4270-BC25-1ED0132E359B}" srcOrd="1" destOrd="0" presId="urn:microsoft.com/office/officeart/2018/2/layout/IconVerticalSolidList"/>
    <dgm:cxn modelId="{A69D5C15-7C45-416E-96B3-12CA9F145BBB}" type="presParOf" srcId="{EDCB149F-0CAD-4E89-8402-8744545441FE}" destId="{0E4AF9A0-E37D-437A-BB00-6313498CF343}" srcOrd="2" destOrd="0" presId="urn:microsoft.com/office/officeart/2018/2/layout/IconVerticalSolidList"/>
    <dgm:cxn modelId="{BFE6C07F-2FFD-46CB-AE88-2B3A553A9554}" type="presParOf" srcId="{EDCB149F-0CAD-4E89-8402-8744545441FE}" destId="{5DC528C5-CCCD-4FCF-A04E-4A0AC64137B3}" srcOrd="3" destOrd="0" presId="urn:microsoft.com/office/officeart/2018/2/layout/IconVerticalSolidList"/>
    <dgm:cxn modelId="{79DAED72-8670-4727-816D-99557B55D735}" type="presParOf" srcId="{237E052B-B729-4F54-A988-0CD8571E8CB6}" destId="{392A1B3D-A47B-4749-B7F4-231284426D55}" srcOrd="3" destOrd="0" presId="urn:microsoft.com/office/officeart/2018/2/layout/IconVerticalSolidList"/>
    <dgm:cxn modelId="{3BDC6DF4-E1FF-4074-862E-6D1FA8ABD433}" type="presParOf" srcId="{237E052B-B729-4F54-A988-0CD8571E8CB6}" destId="{9295E1F9-80FA-4850-8AFD-A5E8E809AECA}" srcOrd="4" destOrd="0" presId="urn:microsoft.com/office/officeart/2018/2/layout/IconVerticalSolidList"/>
    <dgm:cxn modelId="{BEB46627-E1B4-479E-A386-7E8EC0A2FA0F}" type="presParOf" srcId="{9295E1F9-80FA-4850-8AFD-A5E8E809AECA}" destId="{CBAEA833-8AFF-4583-9564-904D955B5B4E}" srcOrd="0" destOrd="0" presId="urn:microsoft.com/office/officeart/2018/2/layout/IconVerticalSolidList"/>
    <dgm:cxn modelId="{E703EE7B-6B62-4F12-8B3E-A0E807CD2B26}" type="presParOf" srcId="{9295E1F9-80FA-4850-8AFD-A5E8E809AECA}" destId="{3EF9D57D-B8F8-42BB-B1CE-B2D5CEE5A479}" srcOrd="1" destOrd="0" presId="urn:microsoft.com/office/officeart/2018/2/layout/IconVerticalSolidList"/>
    <dgm:cxn modelId="{34574F57-2681-4E9A-B2F8-73B5A2F7FB4D}" type="presParOf" srcId="{9295E1F9-80FA-4850-8AFD-A5E8E809AECA}" destId="{53CFEB7E-9C4F-4EBA-B50B-EE07F244951E}" srcOrd="2" destOrd="0" presId="urn:microsoft.com/office/officeart/2018/2/layout/IconVerticalSolidList"/>
    <dgm:cxn modelId="{2087BEC5-F0A8-46FB-80DB-9B09DA896266}" type="presParOf" srcId="{9295E1F9-80FA-4850-8AFD-A5E8E809AECA}" destId="{3EF3D742-C892-4D6A-BBE7-9C5873DF81A7}" srcOrd="3" destOrd="0" presId="urn:microsoft.com/office/officeart/2018/2/layout/IconVerticalSolidList"/>
    <dgm:cxn modelId="{E06FCD77-D288-417F-BC5E-5254661B33E5}" type="presParOf" srcId="{237E052B-B729-4F54-A988-0CD8571E8CB6}" destId="{03DBAA57-0539-47BB-A366-FD0578A88702}" srcOrd="5" destOrd="0" presId="urn:microsoft.com/office/officeart/2018/2/layout/IconVerticalSolidList"/>
    <dgm:cxn modelId="{EFADFF7F-A078-4186-AC76-B9A0DE4BE911}" type="presParOf" srcId="{237E052B-B729-4F54-A988-0CD8571E8CB6}" destId="{BEE4666F-01CA-49C7-B4F4-7DB2C9A24FD9}" srcOrd="6" destOrd="0" presId="urn:microsoft.com/office/officeart/2018/2/layout/IconVerticalSolidList"/>
    <dgm:cxn modelId="{49A069E0-3A46-4E71-8F66-29CD2E953F94}" type="presParOf" srcId="{BEE4666F-01CA-49C7-B4F4-7DB2C9A24FD9}" destId="{D5BBFAB0-AA18-4585-A189-0493D9D4620B}" srcOrd="0" destOrd="0" presId="urn:microsoft.com/office/officeart/2018/2/layout/IconVerticalSolidList"/>
    <dgm:cxn modelId="{65299D42-3874-4BB6-AC57-98149E00F9C9}" type="presParOf" srcId="{BEE4666F-01CA-49C7-B4F4-7DB2C9A24FD9}" destId="{87447720-A3B9-40F1-A7BA-AE49DEDF760C}" srcOrd="1" destOrd="0" presId="urn:microsoft.com/office/officeart/2018/2/layout/IconVerticalSolidList"/>
    <dgm:cxn modelId="{ABC08316-49FE-4D06-80D6-B8DB33F5D4FE}" type="presParOf" srcId="{BEE4666F-01CA-49C7-B4F4-7DB2C9A24FD9}" destId="{0AC5C33B-37E7-48AF-B084-6EEF02A316F2}" srcOrd="2" destOrd="0" presId="urn:microsoft.com/office/officeart/2018/2/layout/IconVerticalSolidList"/>
    <dgm:cxn modelId="{600346A8-A339-4356-BA4E-5D6746DD9DF7}" type="presParOf" srcId="{BEE4666F-01CA-49C7-B4F4-7DB2C9A24FD9}" destId="{AC155AF8-0997-45D1-8D8A-30DED9583235}" srcOrd="3" destOrd="0" presId="urn:microsoft.com/office/officeart/2018/2/layout/IconVerticalSolidList"/>
    <dgm:cxn modelId="{0234887B-EDE9-4EA6-9C28-844D1C70D870}" type="presParOf" srcId="{237E052B-B729-4F54-A988-0CD8571E8CB6}" destId="{112B2E6E-3935-49AF-8DED-DC3AD04BCBCE}" srcOrd="7" destOrd="0" presId="urn:microsoft.com/office/officeart/2018/2/layout/IconVerticalSolidList"/>
    <dgm:cxn modelId="{5E0293C2-C817-4AA0-A724-CC021B52CC07}" type="presParOf" srcId="{237E052B-B729-4F54-A988-0CD8571E8CB6}" destId="{B86B6A85-81E9-4AD1-84B8-506987F857ED}" srcOrd="8" destOrd="0" presId="urn:microsoft.com/office/officeart/2018/2/layout/IconVerticalSolidList"/>
    <dgm:cxn modelId="{51353455-D12B-45F7-BDBC-247C1795BBE0}" type="presParOf" srcId="{B86B6A85-81E9-4AD1-84B8-506987F857ED}" destId="{23DC2689-22BD-4668-B6FC-16A19F202F1F}" srcOrd="0" destOrd="0" presId="urn:microsoft.com/office/officeart/2018/2/layout/IconVerticalSolidList"/>
    <dgm:cxn modelId="{8CB9CF8A-3248-4A2B-BD6A-76958F0CA5A1}" type="presParOf" srcId="{B86B6A85-81E9-4AD1-84B8-506987F857ED}" destId="{193FD6D3-2035-4521-AE24-6CACA5408903}" srcOrd="1" destOrd="0" presId="urn:microsoft.com/office/officeart/2018/2/layout/IconVerticalSolidList"/>
    <dgm:cxn modelId="{502ABE11-6346-4085-B02C-968E55E5F721}" type="presParOf" srcId="{B86B6A85-81E9-4AD1-84B8-506987F857ED}" destId="{94B2FC83-34C2-4A0C-9CDE-EF49A36144B9}" srcOrd="2" destOrd="0" presId="urn:microsoft.com/office/officeart/2018/2/layout/IconVerticalSolidList"/>
    <dgm:cxn modelId="{92F11782-556E-451E-848F-E61AFFD6B144}" type="presParOf" srcId="{B86B6A85-81E9-4AD1-84B8-506987F857ED}" destId="{27778607-E545-4CE8-96D1-F0FB49DD48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F402B1-5B9C-4439-8F97-F9983B38497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1804B7-6096-4A01-B11E-5CE9CBB0F527}">
      <dgm:prSet/>
      <dgm:spPr/>
      <dgm:t>
        <a:bodyPr/>
        <a:lstStyle/>
        <a:p>
          <a:r>
            <a:rPr lang="de-DE" b="1"/>
            <a:t>Education:</a:t>
          </a:r>
          <a:r>
            <a:rPr lang="de-DE"/>
            <a:t> Laptops &amp; tablets for schoolwork, research, and online classes.</a:t>
          </a:r>
          <a:endParaRPr lang="en-US"/>
        </a:p>
      </dgm:t>
    </dgm:pt>
    <dgm:pt modelId="{58B71EE2-507F-489E-AAF2-F4AC652C3712}" type="parTrans" cxnId="{5E27CFB2-F354-4A14-BFF7-2D99B528BBAD}">
      <dgm:prSet/>
      <dgm:spPr/>
      <dgm:t>
        <a:bodyPr/>
        <a:lstStyle/>
        <a:p>
          <a:endParaRPr lang="en-US"/>
        </a:p>
      </dgm:t>
    </dgm:pt>
    <dgm:pt modelId="{DC71BC48-EC50-4107-B506-78438D949018}" type="sibTrans" cxnId="{5E27CFB2-F354-4A14-BFF7-2D99B528BBA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613383D-7551-40FF-A939-4AC5A2DCC5BE}">
      <dgm:prSet/>
      <dgm:spPr/>
      <dgm:t>
        <a:bodyPr/>
        <a:lstStyle/>
        <a:p>
          <a:r>
            <a:rPr lang="de-DE" b="1"/>
            <a:t>Work &amp; Productivity:</a:t>
          </a:r>
          <a:r>
            <a:rPr lang="de-DE"/>
            <a:t> Office tasks, presentations, remote work, business travel.</a:t>
          </a:r>
          <a:endParaRPr lang="en-US"/>
        </a:p>
      </dgm:t>
    </dgm:pt>
    <dgm:pt modelId="{57553F87-EA34-4404-BD3B-04B05CCEBEDF}" type="parTrans" cxnId="{9AD723D1-DBE7-478C-B3E3-84270AEAF96C}">
      <dgm:prSet/>
      <dgm:spPr/>
      <dgm:t>
        <a:bodyPr/>
        <a:lstStyle/>
        <a:p>
          <a:endParaRPr lang="en-US"/>
        </a:p>
      </dgm:t>
    </dgm:pt>
    <dgm:pt modelId="{9AA7BA2A-5634-4871-9086-03DA8A733ED1}" type="sibTrans" cxnId="{9AD723D1-DBE7-478C-B3E3-84270AEAF96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853663-D8C4-433D-8530-A565E31EF63C}">
      <dgm:prSet/>
      <dgm:spPr/>
      <dgm:t>
        <a:bodyPr/>
        <a:lstStyle/>
        <a:p>
          <a:r>
            <a:rPr lang="de-DE" b="1"/>
            <a:t>Entertainment:</a:t>
          </a:r>
          <a:r>
            <a:rPr lang="de-DE"/>
            <a:t> Streaming videos, gaming, reading, social media.</a:t>
          </a:r>
          <a:endParaRPr lang="en-US"/>
        </a:p>
      </dgm:t>
    </dgm:pt>
    <dgm:pt modelId="{E047515C-84D5-4C81-914C-8226F7B5099B}" type="parTrans" cxnId="{89AD29A8-9317-4808-9D07-5AA87AE1AA7D}">
      <dgm:prSet/>
      <dgm:spPr/>
      <dgm:t>
        <a:bodyPr/>
        <a:lstStyle/>
        <a:p>
          <a:endParaRPr lang="en-US"/>
        </a:p>
      </dgm:t>
    </dgm:pt>
    <dgm:pt modelId="{5FD855A5-492A-4690-B354-FBC26EA96C24}" type="sibTrans" cxnId="{89AD29A8-9317-4808-9D07-5AA87AE1AA7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C593293-249D-482B-AF35-4E747DD4D798}">
      <dgm:prSet/>
      <dgm:spPr/>
      <dgm:t>
        <a:bodyPr/>
        <a:lstStyle/>
        <a:p>
          <a:r>
            <a:rPr lang="de-DE" b="1"/>
            <a:t>Communication:</a:t>
          </a:r>
          <a:r>
            <a:rPr lang="de-DE"/>
            <a:t> Video calls, messaging, emails — stay connected anywhere.</a:t>
          </a:r>
          <a:endParaRPr lang="en-US"/>
        </a:p>
      </dgm:t>
    </dgm:pt>
    <dgm:pt modelId="{9F7EEAF8-DC8E-417E-B139-D193B225D89E}" type="parTrans" cxnId="{861DE958-8FAB-41DF-B085-4BC111125582}">
      <dgm:prSet/>
      <dgm:spPr/>
      <dgm:t>
        <a:bodyPr/>
        <a:lstStyle/>
        <a:p>
          <a:endParaRPr lang="en-US"/>
        </a:p>
      </dgm:t>
    </dgm:pt>
    <dgm:pt modelId="{59F1422C-D668-438E-A9B3-0A88052F1AFE}" type="sibTrans" cxnId="{861DE958-8FAB-41DF-B085-4BC11112558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B4774F5-F553-46F2-9404-6C20735415F7}" type="pres">
      <dgm:prSet presAssocID="{6BF402B1-5B9C-4439-8F97-F9983B384971}" presName="Name0" presStyleCnt="0">
        <dgm:presLayoutVars>
          <dgm:animLvl val="lvl"/>
          <dgm:resizeHandles val="exact"/>
        </dgm:presLayoutVars>
      </dgm:prSet>
      <dgm:spPr/>
    </dgm:pt>
    <dgm:pt modelId="{1E766CFE-C778-42ED-856B-7823EEB930E9}" type="pres">
      <dgm:prSet presAssocID="{321804B7-6096-4A01-B11E-5CE9CBB0F527}" presName="compositeNode" presStyleCnt="0">
        <dgm:presLayoutVars>
          <dgm:bulletEnabled val="1"/>
        </dgm:presLayoutVars>
      </dgm:prSet>
      <dgm:spPr/>
    </dgm:pt>
    <dgm:pt modelId="{3E7E1999-E4C6-412C-9256-375ACEFC2B87}" type="pres">
      <dgm:prSet presAssocID="{321804B7-6096-4A01-B11E-5CE9CBB0F527}" presName="bgRect" presStyleLbl="bgAccFollowNode1" presStyleIdx="0" presStyleCnt="4"/>
      <dgm:spPr/>
    </dgm:pt>
    <dgm:pt modelId="{1D5D7632-201A-4CD6-A235-A0B30ABDAEDE}" type="pres">
      <dgm:prSet presAssocID="{DC71BC48-EC50-4107-B506-78438D94901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D014571-6783-4516-96DB-C0DA8188425B}" type="pres">
      <dgm:prSet presAssocID="{321804B7-6096-4A01-B11E-5CE9CBB0F527}" presName="bottomLine" presStyleLbl="alignNode1" presStyleIdx="1" presStyleCnt="8">
        <dgm:presLayoutVars/>
      </dgm:prSet>
      <dgm:spPr/>
    </dgm:pt>
    <dgm:pt modelId="{029B3DEA-9F58-48EA-90C2-EC6117E6B417}" type="pres">
      <dgm:prSet presAssocID="{321804B7-6096-4A01-B11E-5CE9CBB0F527}" presName="nodeText" presStyleLbl="bgAccFollowNode1" presStyleIdx="0" presStyleCnt="4">
        <dgm:presLayoutVars>
          <dgm:bulletEnabled val="1"/>
        </dgm:presLayoutVars>
      </dgm:prSet>
      <dgm:spPr/>
    </dgm:pt>
    <dgm:pt modelId="{9EA7B908-E375-43F2-9DB1-A33D6B96C461}" type="pres">
      <dgm:prSet presAssocID="{DC71BC48-EC50-4107-B506-78438D949018}" presName="sibTrans" presStyleCnt="0"/>
      <dgm:spPr/>
    </dgm:pt>
    <dgm:pt modelId="{EB968F4B-E660-45A3-AA04-073089FF618E}" type="pres">
      <dgm:prSet presAssocID="{1613383D-7551-40FF-A939-4AC5A2DCC5BE}" presName="compositeNode" presStyleCnt="0">
        <dgm:presLayoutVars>
          <dgm:bulletEnabled val="1"/>
        </dgm:presLayoutVars>
      </dgm:prSet>
      <dgm:spPr/>
    </dgm:pt>
    <dgm:pt modelId="{4B750A4A-9F68-49BF-AC3E-6AA6EC653BD2}" type="pres">
      <dgm:prSet presAssocID="{1613383D-7551-40FF-A939-4AC5A2DCC5BE}" presName="bgRect" presStyleLbl="bgAccFollowNode1" presStyleIdx="1" presStyleCnt="4"/>
      <dgm:spPr/>
    </dgm:pt>
    <dgm:pt modelId="{7A0529E3-58B9-4BBB-B3B1-C6BDA77E3C2E}" type="pres">
      <dgm:prSet presAssocID="{9AA7BA2A-5634-4871-9086-03DA8A733ED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8911894-5BD3-4B51-A5E7-906FDDBACF7E}" type="pres">
      <dgm:prSet presAssocID="{1613383D-7551-40FF-A939-4AC5A2DCC5BE}" presName="bottomLine" presStyleLbl="alignNode1" presStyleIdx="3" presStyleCnt="8">
        <dgm:presLayoutVars/>
      </dgm:prSet>
      <dgm:spPr/>
    </dgm:pt>
    <dgm:pt modelId="{FD4329D3-8D5C-472A-965B-4EF7E79BEBBB}" type="pres">
      <dgm:prSet presAssocID="{1613383D-7551-40FF-A939-4AC5A2DCC5BE}" presName="nodeText" presStyleLbl="bgAccFollowNode1" presStyleIdx="1" presStyleCnt="4">
        <dgm:presLayoutVars>
          <dgm:bulletEnabled val="1"/>
        </dgm:presLayoutVars>
      </dgm:prSet>
      <dgm:spPr/>
    </dgm:pt>
    <dgm:pt modelId="{16A63B4E-F276-4C17-A8B6-3EB762B4ABCE}" type="pres">
      <dgm:prSet presAssocID="{9AA7BA2A-5634-4871-9086-03DA8A733ED1}" presName="sibTrans" presStyleCnt="0"/>
      <dgm:spPr/>
    </dgm:pt>
    <dgm:pt modelId="{1B1692D4-77CE-415E-9044-A3B2B596D0AD}" type="pres">
      <dgm:prSet presAssocID="{CC853663-D8C4-433D-8530-A565E31EF63C}" presName="compositeNode" presStyleCnt="0">
        <dgm:presLayoutVars>
          <dgm:bulletEnabled val="1"/>
        </dgm:presLayoutVars>
      </dgm:prSet>
      <dgm:spPr/>
    </dgm:pt>
    <dgm:pt modelId="{9BC13B35-F7BE-4713-B48D-5F3743FACCF6}" type="pres">
      <dgm:prSet presAssocID="{CC853663-D8C4-433D-8530-A565E31EF63C}" presName="bgRect" presStyleLbl="bgAccFollowNode1" presStyleIdx="2" presStyleCnt="4"/>
      <dgm:spPr/>
    </dgm:pt>
    <dgm:pt modelId="{2703451D-44CA-4FBE-9752-EE590CCAEC66}" type="pres">
      <dgm:prSet presAssocID="{5FD855A5-492A-4690-B354-FBC26EA96C2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DC9CA5B-DE27-42E4-BD54-C193F2E1D974}" type="pres">
      <dgm:prSet presAssocID="{CC853663-D8C4-433D-8530-A565E31EF63C}" presName="bottomLine" presStyleLbl="alignNode1" presStyleIdx="5" presStyleCnt="8">
        <dgm:presLayoutVars/>
      </dgm:prSet>
      <dgm:spPr/>
    </dgm:pt>
    <dgm:pt modelId="{21F63846-F72C-4ED0-A302-D02A0A691F09}" type="pres">
      <dgm:prSet presAssocID="{CC853663-D8C4-433D-8530-A565E31EF63C}" presName="nodeText" presStyleLbl="bgAccFollowNode1" presStyleIdx="2" presStyleCnt="4">
        <dgm:presLayoutVars>
          <dgm:bulletEnabled val="1"/>
        </dgm:presLayoutVars>
      </dgm:prSet>
      <dgm:spPr/>
    </dgm:pt>
    <dgm:pt modelId="{D6BF7C97-5230-4184-BD27-3C143FD3C2A1}" type="pres">
      <dgm:prSet presAssocID="{5FD855A5-492A-4690-B354-FBC26EA96C24}" presName="sibTrans" presStyleCnt="0"/>
      <dgm:spPr/>
    </dgm:pt>
    <dgm:pt modelId="{399B4AB8-F524-4C71-9BF0-0F4AC7401853}" type="pres">
      <dgm:prSet presAssocID="{AC593293-249D-482B-AF35-4E747DD4D798}" presName="compositeNode" presStyleCnt="0">
        <dgm:presLayoutVars>
          <dgm:bulletEnabled val="1"/>
        </dgm:presLayoutVars>
      </dgm:prSet>
      <dgm:spPr/>
    </dgm:pt>
    <dgm:pt modelId="{3FC108CC-D94C-43F1-ADD9-4A47D2EF8C1C}" type="pres">
      <dgm:prSet presAssocID="{AC593293-249D-482B-AF35-4E747DD4D798}" presName="bgRect" presStyleLbl="bgAccFollowNode1" presStyleIdx="3" presStyleCnt="4"/>
      <dgm:spPr/>
    </dgm:pt>
    <dgm:pt modelId="{5869A727-D7B0-4F05-87AC-98C44FB1A222}" type="pres">
      <dgm:prSet presAssocID="{59F1422C-D668-438E-A9B3-0A88052F1AFE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8C45C74F-824A-45D3-9B0D-46AC047CF669}" type="pres">
      <dgm:prSet presAssocID="{AC593293-249D-482B-AF35-4E747DD4D798}" presName="bottomLine" presStyleLbl="alignNode1" presStyleIdx="7" presStyleCnt="8">
        <dgm:presLayoutVars/>
      </dgm:prSet>
      <dgm:spPr/>
    </dgm:pt>
    <dgm:pt modelId="{5730CFA9-4872-45A9-9F1F-56AF9F658288}" type="pres">
      <dgm:prSet presAssocID="{AC593293-249D-482B-AF35-4E747DD4D798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E037140C-933A-4622-81E8-8E54BBEEC5D6}" type="presOf" srcId="{AC593293-249D-482B-AF35-4E747DD4D798}" destId="{5730CFA9-4872-45A9-9F1F-56AF9F658288}" srcOrd="1" destOrd="0" presId="urn:microsoft.com/office/officeart/2016/7/layout/BasicLinearProcessNumbered"/>
    <dgm:cxn modelId="{1679ED0E-05C5-4944-A841-7A2EB75B2262}" type="presOf" srcId="{6BF402B1-5B9C-4439-8F97-F9983B384971}" destId="{FB4774F5-F553-46F2-9404-6C20735415F7}" srcOrd="0" destOrd="0" presId="urn:microsoft.com/office/officeart/2016/7/layout/BasicLinearProcessNumbered"/>
    <dgm:cxn modelId="{E232871C-7A6B-4E21-B24A-1EC5B6BF2E9F}" type="presOf" srcId="{321804B7-6096-4A01-B11E-5CE9CBB0F527}" destId="{029B3DEA-9F58-48EA-90C2-EC6117E6B417}" srcOrd="1" destOrd="0" presId="urn:microsoft.com/office/officeart/2016/7/layout/BasicLinearProcessNumbered"/>
    <dgm:cxn modelId="{28FE1821-5C86-4541-B53D-731CBBA0EE27}" type="presOf" srcId="{CC853663-D8C4-433D-8530-A565E31EF63C}" destId="{9BC13B35-F7BE-4713-B48D-5F3743FACCF6}" srcOrd="0" destOrd="0" presId="urn:microsoft.com/office/officeart/2016/7/layout/BasicLinearProcessNumbered"/>
    <dgm:cxn modelId="{509F4B28-8AB7-4F0D-8FC8-D620962FD913}" type="presOf" srcId="{5FD855A5-492A-4690-B354-FBC26EA96C24}" destId="{2703451D-44CA-4FBE-9752-EE590CCAEC66}" srcOrd="0" destOrd="0" presId="urn:microsoft.com/office/officeart/2016/7/layout/BasicLinearProcessNumbered"/>
    <dgm:cxn modelId="{F80DA632-35BE-4391-AF17-E63E8349838C}" type="presOf" srcId="{59F1422C-D668-438E-A9B3-0A88052F1AFE}" destId="{5869A727-D7B0-4F05-87AC-98C44FB1A222}" srcOrd="0" destOrd="0" presId="urn:microsoft.com/office/officeart/2016/7/layout/BasicLinearProcessNumbered"/>
    <dgm:cxn modelId="{C39ED23C-05D6-443B-84B2-7394B86D562D}" type="presOf" srcId="{1613383D-7551-40FF-A939-4AC5A2DCC5BE}" destId="{4B750A4A-9F68-49BF-AC3E-6AA6EC653BD2}" srcOrd="0" destOrd="0" presId="urn:microsoft.com/office/officeart/2016/7/layout/BasicLinearProcessNumbered"/>
    <dgm:cxn modelId="{A9717664-294D-4E6F-AF61-F92BE1F00482}" type="presOf" srcId="{9AA7BA2A-5634-4871-9086-03DA8A733ED1}" destId="{7A0529E3-58B9-4BBB-B3B1-C6BDA77E3C2E}" srcOrd="0" destOrd="0" presId="urn:microsoft.com/office/officeart/2016/7/layout/BasicLinearProcessNumbered"/>
    <dgm:cxn modelId="{079DC06A-85F7-45B7-A23F-3647ABA38DE9}" type="presOf" srcId="{CC853663-D8C4-433D-8530-A565E31EF63C}" destId="{21F63846-F72C-4ED0-A302-D02A0A691F09}" srcOrd="1" destOrd="0" presId="urn:microsoft.com/office/officeart/2016/7/layout/BasicLinearProcessNumbered"/>
    <dgm:cxn modelId="{861DE958-8FAB-41DF-B085-4BC111125582}" srcId="{6BF402B1-5B9C-4439-8F97-F9983B384971}" destId="{AC593293-249D-482B-AF35-4E747DD4D798}" srcOrd="3" destOrd="0" parTransId="{9F7EEAF8-DC8E-417E-B139-D193B225D89E}" sibTransId="{59F1422C-D668-438E-A9B3-0A88052F1AFE}"/>
    <dgm:cxn modelId="{9EE8BC7D-74D2-4932-8FB8-5151366A7E67}" type="presOf" srcId="{DC71BC48-EC50-4107-B506-78438D949018}" destId="{1D5D7632-201A-4CD6-A235-A0B30ABDAEDE}" srcOrd="0" destOrd="0" presId="urn:microsoft.com/office/officeart/2016/7/layout/BasicLinearProcessNumbered"/>
    <dgm:cxn modelId="{A3EB6E94-EF95-4111-9F67-96F533BF570F}" type="presOf" srcId="{321804B7-6096-4A01-B11E-5CE9CBB0F527}" destId="{3E7E1999-E4C6-412C-9256-375ACEFC2B87}" srcOrd="0" destOrd="0" presId="urn:microsoft.com/office/officeart/2016/7/layout/BasicLinearProcessNumbered"/>
    <dgm:cxn modelId="{89AD29A8-9317-4808-9D07-5AA87AE1AA7D}" srcId="{6BF402B1-5B9C-4439-8F97-F9983B384971}" destId="{CC853663-D8C4-433D-8530-A565E31EF63C}" srcOrd="2" destOrd="0" parTransId="{E047515C-84D5-4C81-914C-8226F7B5099B}" sibTransId="{5FD855A5-492A-4690-B354-FBC26EA96C24}"/>
    <dgm:cxn modelId="{5E27CFB2-F354-4A14-BFF7-2D99B528BBAD}" srcId="{6BF402B1-5B9C-4439-8F97-F9983B384971}" destId="{321804B7-6096-4A01-B11E-5CE9CBB0F527}" srcOrd="0" destOrd="0" parTransId="{58B71EE2-507F-489E-AAF2-F4AC652C3712}" sibTransId="{DC71BC48-EC50-4107-B506-78438D949018}"/>
    <dgm:cxn modelId="{39AA0EBA-91CA-40D3-98D7-3B9876B34D82}" type="presOf" srcId="{1613383D-7551-40FF-A939-4AC5A2DCC5BE}" destId="{FD4329D3-8D5C-472A-965B-4EF7E79BEBBB}" srcOrd="1" destOrd="0" presId="urn:microsoft.com/office/officeart/2016/7/layout/BasicLinearProcessNumbered"/>
    <dgm:cxn modelId="{7C1A3AC7-47D9-464A-A859-15C2E992F61C}" type="presOf" srcId="{AC593293-249D-482B-AF35-4E747DD4D798}" destId="{3FC108CC-D94C-43F1-ADD9-4A47D2EF8C1C}" srcOrd="0" destOrd="0" presId="urn:microsoft.com/office/officeart/2016/7/layout/BasicLinearProcessNumbered"/>
    <dgm:cxn modelId="{9AD723D1-DBE7-478C-B3E3-84270AEAF96C}" srcId="{6BF402B1-5B9C-4439-8F97-F9983B384971}" destId="{1613383D-7551-40FF-A939-4AC5A2DCC5BE}" srcOrd="1" destOrd="0" parTransId="{57553F87-EA34-4404-BD3B-04B05CCEBEDF}" sibTransId="{9AA7BA2A-5634-4871-9086-03DA8A733ED1}"/>
    <dgm:cxn modelId="{E1B3B7DE-B8AC-4EC5-AC87-F49727EFD57A}" type="presParOf" srcId="{FB4774F5-F553-46F2-9404-6C20735415F7}" destId="{1E766CFE-C778-42ED-856B-7823EEB930E9}" srcOrd="0" destOrd="0" presId="urn:microsoft.com/office/officeart/2016/7/layout/BasicLinearProcessNumbered"/>
    <dgm:cxn modelId="{6FA1595A-4636-4815-8C3F-5B85D25F1E4F}" type="presParOf" srcId="{1E766CFE-C778-42ED-856B-7823EEB930E9}" destId="{3E7E1999-E4C6-412C-9256-375ACEFC2B87}" srcOrd="0" destOrd="0" presId="urn:microsoft.com/office/officeart/2016/7/layout/BasicLinearProcessNumbered"/>
    <dgm:cxn modelId="{2A432520-8844-4745-A188-0FD653BB6994}" type="presParOf" srcId="{1E766CFE-C778-42ED-856B-7823EEB930E9}" destId="{1D5D7632-201A-4CD6-A235-A0B30ABDAEDE}" srcOrd="1" destOrd="0" presId="urn:microsoft.com/office/officeart/2016/7/layout/BasicLinearProcessNumbered"/>
    <dgm:cxn modelId="{0CD560FA-E285-44F3-BA77-56A55F7959D2}" type="presParOf" srcId="{1E766CFE-C778-42ED-856B-7823EEB930E9}" destId="{1D014571-6783-4516-96DB-C0DA8188425B}" srcOrd="2" destOrd="0" presId="urn:microsoft.com/office/officeart/2016/7/layout/BasicLinearProcessNumbered"/>
    <dgm:cxn modelId="{A84F006C-5229-40E1-94B2-FC25A8E946EF}" type="presParOf" srcId="{1E766CFE-C778-42ED-856B-7823EEB930E9}" destId="{029B3DEA-9F58-48EA-90C2-EC6117E6B417}" srcOrd="3" destOrd="0" presId="urn:microsoft.com/office/officeart/2016/7/layout/BasicLinearProcessNumbered"/>
    <dgm:cxn modelId="{E5ED57CF-7DB1-479F-8F1F-82CBBF21FFA7}" type="presParOf" srcId="{FB4774F5-F553-46F2-9404-6C20735415F7}" destId="{9EA7B908-E375-43F2-9DB1-A33D6B96C461}" srcOrd="1" destOrd="0" presId="urn:microsoft.com/office/officeart/2016/7/layout/BasicLinearProcessNumbered"/>
    <dgm:cxn modelId="{D3D2AEDB-73CD-4FA1-876C-F6802D737F11}" type="presParOf" srcId="{FB4774F5-F553-46F2-9404-6C20735415F7}" destId="{EB968F4B-E660-45A3-AA04-073089FF618E}" srcOrd="2" destOrd="0" presId="urn:microsoft.com/office/officeart/2016/7/layout/BasicLinearProcessNumbered"/>
    <dgm:cxn modelId="{BCBB03C8-49DD-490D-A94A-D3F4D80277A5}" type="presParOf" srcId="{EB968F4B-E660-45A3-AA04-073089FF618E}" destId="{4B750A4A-9F68-49BF-AC3E-6AA6EC653BD2}" srcOrd="0" destOrd="0" presId="urn:microsoft.com/office/officeart/2016/7/layout/BasicLinearProcessNumbered"/>
    <dgm:cxn modelId="{E97793A2-9B95-4D8E-9CD4-E738E3A12693}" type="presParOf" srcId="{EB968F4B-E660-45A3-AA04-073089FF618E}" destId="{7A0529E3-58B9-4BBB-B3B1-C6BDA77E3C2E}" srcOrd="1" destOrd="0" presId="urn:microsoft.com/office/officeart/2016/7/layout/BasicLinearProcessNumbered"/>
    <dgm:cxn modelId="{A19A4EB3-C21C-4316-A19C-5C20B8E64DE4}" type="presParOf" srcId="{EB968F4B-E660-45A3-AA04-073089FF618E}" destId="{68911894-5BD3-4B51-A5E7-906FDDBACF7E}" srcOrd="2" destOrd="0" presId="urn:microsoft.com/office/officeart/2016/7/layout/BasicLinearProcessNumbered"/>
    <dgm:cxn modelId="{3D74AF13-DBFA-4772-9DEB-6A4CF97323FF}" type="presParOf" srcId="{EB968F4B-E660-45A3-AA04-073089FF618E}" destId="{FD4329D3-8D5C-472A-965B-4EF7E79BEBBB}" srcOrd="3" destOrd="0" presId="urn:microsoft.com/office/officeart/2016/7/layout/BasicLinearProcessNumbered"/>
    <dgm:cxn modelId="{4D530B5E-03DE-4584-964C-F9222CF2CCCB}" type="presParOf" srcId="{FB4774F5-F553-46F2-9404-6C20735415F7}" destId="{16A63B4E-F276-4C17-A8B6-3EB762B4ABCE}" srcOrd="3" destOrd="0" presId="urn:microsoft.com/office/officeart/2016/7/layout/BasicLinearProcessNumbered"/>
    <dgm:cxn modelId="{5736E9D1-193F-4DAE-B26B-766DDFD5473A}" type="presParOf" srcId="{FB4774F5-F553-46F2-9404-6C20735415F7}" destId="{1B1692D4-77CE-415E-9044-A3B2B596D0AD}" srcOrd="4" destOrd="0" presId="urn:microsoft.com/office/officeart/2016/7/layout/BasicLinearProcessNumbered"/>
    <dgm:cxn modelId="{9DD7CC77-8DA6-45E7-8AA7-70A02F0417CF}" type="presParOf" srcId="{1B1692D4-77CE-415E-9044-A3B2B596D0AD}" destId="{9BC13B35-F7BE-4713-B48D-5F3743FACCF6}" srcOrd="0" destOrd="0" presId="urn:microsoft.com/office/officeart/2016/7/layout/BasicLinearProcessNumbered"/>
    <dgm:cxn modelId="{AD75BC87-B40F-47C8-802D-5DAA43B10ED0}" type="presParOf" srcId="{1B1692D4-77CE-415E-9044-A3B2B596D0AD}" destId="{2703451D-44CA-4FBE-9752-EE590CCAEC66}" srcOrd="1" destOrd="0" presId="urn:microsoft.com/office/officeart/2016/7/layout/BasicLinearProcessNumbered"/>
    <dgm:cxn modelId="{F95369E1-0E7A-41DC-AD15-7E759DF482D3}" type="presParOf" srcId="{1B1692D4-77CE-415E-9044-A3B2B596D0AD}" destId="{5DC9CA5B-DE27-42E4-BD54-C193F2E1D974}" srcOrd="2" destOrd="0" presId="urn:microsoft.com/office/officeart/2016/7/layout/BasicLinearProcessNumbered"/>
    <dgm:cxn modelId="{826C174F-DAB1-4C8B-A7F4-A1C7B9C96650}" type="presParOf" srcId="{1B1692D4-77CE-415E-9044-A3B2B596D0AD}" destId="{21F63846-F72C-4ED0-A302-D02A0A691F09}" srcOrd="3" destOrd="0" presId="urn:microsoft.com/office/officeart/2016/7/layout/BasicLinearProcessNumbered"/>
    <dgm:cxn modelId="{C2E5D0E6-6561-45EE-A869-8B815AE1DDB0}" type="presParOf" srcId="{FB4774F5-F553-46F2-9404-6C20735415F7}" destId="{D6BF7C97-5230-4184-BD27-3C143FD3C2A1}" srcOrd="5" destOrd="0" presId="urn:microsoft.com/office/officeart/2016/7/layout/BasicLinearProcessNumbered"/>
    <dgm:cxn modelId="{7124FD6A-1DBF-44BD-A0FC-A65B894F87A1}" type="presParOf" srcId="{FB4774F5-F553-46F2-9404-6C20735415F7}" destId="{399B4AB8-F524-4C71-9BF0-0F4AC7401853}" srcOrd="6" destOrd="0" presId="urn:microsoft.com/office/officeart/2016/7/layout/BasicLinearProcessNumbered"/>
    <dgm:cxn modelId="{6B054CEF-70DD-4028-8F36-50B28D725456}" type="presParOf" srcId="{399B4AB8-F524-4C71-9BF0-0F4AC7401853}" destId="{3FC108CC-D94C-43F1-ADD9-4A47D2EF8C1C}" srcOrd="0" destOrd="0" presId="urn:microsoft.com/office/officeart/2016/7/layout/BasicLinearProcessNumbered"/>
    <dgm:cxn modelId="{4A7211F0-30B1-42AA-A9B8-2548241C1E1C}" type="presParOf" srcId="{399B4AB8-F524-4C71-9BF0-0F4AC7401853}" destId="{5869A727-D7B0-4F05-87AC-98C44FB1A222}" srcOrd="1" destOrd="0" presId="urn:microsoft.com/office/officeart/2016/7/layout/BasicLinearProcessNumbered"/>
    <dgm:cxn modelId="{0518D862-6FF4-4ADC-B1BD-F0F73ADF8E87}" type="presParOf" srcId="{399B4AB8-F524-4C71-9BF0-0F4AC7401853}" destId="{8C45C74F-824A-45D3-9B0D-46AC047CF669}" srcOrd="2" destOrd="0" presId="urn:microsoft.com/office/officeart/2016/7/layout/BasicLinearProcessNumbered"/>
    <dgm:cxn modelId="{5568B6DA-D014-44DF-9448-9C545916CDA9}" type="presParOf" srcId="{399B4AB8-F524-4C71-9BF0-0F4AC7401853}" destId="{5730CFA9-4872-45A9-9F1F-56AF9F65828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C13A6D-126E-4360-9237-AD10CA1B30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BBAE0C8-948B-48F7-9795-10C58B23C240}">
      <dgm:prSet/>
      <dgm:spPr/>
      <dgm:t>
        <a:bodyPr/>
        <a:lstStyle/>
        <a:p>
          <a:r>
            <a:rPr lang="de-DE"/>
            <a:t>Wi-Fi &amp; Bluetooth</a:t>
          </a:r>
          <a:endParaRPr lang="en-US"/>
        </a:p>
      </dgm:t>
    </dgm:pt>
    <dgm:pt modelId="{1FDB8DD9-B8BC-4640-BDBD-04907E1F771B}" type="parTrans" cxnId="{AD95CF8C-4EB0-46EB-80AF-0C2A6B28D955}">
      <dgm:prSet/>
      <dgm:spPr/>
      <dgm:t>
        <a:bodyPr/>
        <a:lstStyle/>
        <a:p>
          <a:endParaRPr lang="en-US"/>
        </a:p>
      </dgm:t>
    </dgm:pt>
    <dgm:pt modelId="{531C444A-A939-4AB5-BE3C-09B09B40C210}" type="sibTrans" cxnId="{AD95CF8C-4EB0-46EB-80AF-0C2A6B28D955}">
      <dgm:prSet/>
      <dgm:spPr/>
      <dgm:t>
        <a:bodyPr/>
        <a:lstStyle/>
        <a:p>
          <a:endParaRPr lang="en-US"/>
        </a:p>
      </dgm:t>
    </dgm:pt>
    <dgm:pt modelId="{D9283FCC-282B-4206-A0ED-04627DD2AE7D}">
      <dgm:prSet/>
      <dgm:spPr/>
      <dgm:t>
        <a:bodyPr/>
        <a:lstStyle/>
        <a:p>
          <a:r>
            <a:rPr lang="de-DE"/>
            <a:t>4G / 5G Cellular</a:t>
          </a:r>
          <a:endParaRPr lang="en-US"/>
        </a:p>
      </dgm:t>
    </dgm:pt>
    <dgm:pt modelId="{97FFAC33-B7DE-4502-8022-086989466487}" type="parTrans" cxnId="{AA097824-7510-4EC5-99F5-BBC87F924142}">
      <dgm:prSet/>
      <dgm:spPr/>
      <dgm:t>
        <a:bodyPr/>
        <a:lstStyle/>
        <a:p>
          <a:endParaRPr lang="en-US"/>
        </a:p>
      </dgm:t>
    </dgm:pt>
    <dgm:pt modelId="{B434CC83-7F8D-4469-B768-E2C259F0A887}" type="sibTrans" cxnId="{AA097824-7510-4EC5-99F5-BBC87F924142}">
      <dgm:prSet/>
      <dgm:spPr/>
      <dgm:t>
        <a:bodyPr/>
        <a:lstStyle/>
        <a:p>
          <a:endParaRPr lang="en-US"/>
        </a:p>
      </dgm:t>
    </dgm:pt>
    <dgm:pt modelId="{9A0B845C-24BE-49E4-904F-6E41995423CB}">
      <dgm:prSet/>
      <dgm:spPr/>
      <dgm:t>
        <a:bodyPr/>
        <a:lstStyle/>
        <a:p>
          <a:r>
            <a:rPr lang="de-DE"/>
            <a:t>USB-C / Thunderbolt</a:t>
          </a:r>
          <a:endParaRPr lang="en-US"/>
        </a:p>
      </dgm:t>
    </dgm:pt>
    <dgm:pt modelId="{072FCE84-6CA8-4646-8F00-6F24270DA3D7}" type="parTrans" cxnId="{D10B217D-D541-4CAC-B44C-B37A46460798}">
      <dgm:prSet/>
      <dgm:spPr/>
      <dgm:t>
        <a:bodyPr/>
        <a:lstStyle/>
        <a:p>
          <a:endParaRPr lang="en-US"/>
        </a:p>
      </dgm:t>
    </dgm:pt>
    <dgm:pt modelId="{E4524297-2ADC-4B57-B88B-471EF037568A}" type="sibTrans" cxnId="{D10B217D-D541-4CAC-B44C-B37A46460798}">
      <dgm:prSet/>
      <dgm:spPr/>
      <dgm:t>
        <a:bodyPr/>
        <a:lstStyle/>
        <a:p>
          <a:endParaRPr lang="en-US"/>
        </a:p>
      </dgm:t>
    </dgm:pt>
    <dgm:pt modelId="{AFBF058C-04C4-45C5-B328-635E7857DA51}">
      <dgm:prSet/>
      <dgm:spPr/>
      <dgm:t>
        <a:bodyPr/>
        <a:lstStyle/>
        <a:p>
          <a:r>
            <a:rPr lang="de-DE"/>
            <a:t>Cloud Services</a:t>
          </a:r>
          <a:endParaRPr lang="en-US"/>
        </a:p>
      </dgm:t>
    </dgm:pt>
    <dgm:pt modelId="{184CC119-32F4-4E7F-9952-77B2EBD73A2C}" type="parTrans" cxnId="{B2F89811-8B50-42CA-91D3-2CC32B1E7C58}">
      <dgm:prSet/>
      <dgm:spPr/>
      <dgm:t>
        <a:bodyPr/>
        <a:lstStyle/>
        <a:p>
          <a:endParaRPr lang="en-US"/>
        </a:p>
      </dgm:t>
    </dgm:pt>
    <dgm:pt modelId="{CAD62853-A984-4663-807C-2159F4FDDCC5}" type="sibTrans" cxnId="{B2F89811-8B50-42CA-91D3-2CC32B1E7C58}">
      <dgm:prSet/>
      <dgm:spPr/>
      <dgm:t>
        <a:bodyPr/>
        <a:lstStyle/>
        <a:p>
          <a:endParaRPr lang="en-US"/>
        </a:p>
      </dgm:t>
    </dgm:pt>
    <dgm:pt modelId="{0D687DFF-DD7A-4307-AFBB-D7FB3D45539D}" type="pres">
      <dgm:prSet presAssocID="{23C13A6D-126E-4360-9237-AD10CA1B3042}" presName="root" presStyleCnt="0">
        <dgm:presLayoutVars>
          <dgm:dir/>
          <dgm:resizeHandles val="exact"/>
        </dgm:presLayoutVars>
      </dgm:prSet>
      <dgm:spPr/>
    </dgm:pt>
    <dgm:pt modelId="{9C75DA14-EF6E-4D37-A39B-80EF780BD97B}" type="pres">
      <dgm:prSet presAssocID="{23C13A6D-126E-4360-9237-AD10CA1B3042}" presName="container" presStyleCnt="0">
        <dgm:presLayoutVars>
          <dgm:dir/>
          <dgm:resizeHandles val="exact"/>
        </dgm:presLayoutVars>
      </dgm:prSet>
      <dgm:spPr/>
    </dgm:pt>
    <dgm:pt modelId="{BDF3BAB9-BE2C-4098-AA03-45D66CE32DD0}" type="pres">
      <dgm:prSet presAssocID="{6BBAE0C8-948B-48F7-9795-10C58B23C240}" presName="compNode" presStyleCnt="0"/>
      <dgm:spPr/>
    </dgm:pt>
    <dgm:pt modelId="{9447368F-E993-473C-AE3D-B57E07C55EFF}" type="pres">
      <dgm:prSet presAssocID="{6BBAE0C8-948B-48F7-9795-10C58B23C240}" presName="iconBgRect" presStyleLbl="bgShp" presStyleIdx="0" presStyleCnt="4"/>
      <dgm:spPr/>
    </dgm:pt>
    <dgm:pt modelId="{12A9E6CD-E5B6-4527-8A27-2711DADE025B}" type="pres">
      <dgm:prSet presAssocID="{6BBAE0C8-948B-48F7-9795-10C58B23C2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3F2ACBA6-8508-4AC4-B115-4A4E62D20141}" type="pres">
      <dgm:prSet presAssocID="{6BBAE0C8-948B-48F7-9795-10C58B23C240}" presName="spaceRect" presStyleCnt="0"/>
      <dgm:spPr/>
    </dgm:pt>
    <dgm:pt modelId="{3F97011D-BA3F-4C8E-B882-311624C9310C}" type="pres">
      <dgm:prSet presAssocID="{6BBAE0C8-948B-48F7-9795-10C58B23C240}" presName="textRect" presStyleLbl="revTx" presStyleIdx="0" presStyleCnt="4">
        <dgm:presLayoutVars>
          <dgm:chMax val="1"/>
          <dgm:chPref val="1"/>
        </dgm:presLayoutVars>
      </dgm:prSet>
      <dgm:spPr/>
    </dgm:pt>
    <dgm:pt modelId="{87629631-0CEF-4AED-B648-9CF70F6D816E}" type="pres">
      <dgm:prSet presAssocID="{531C444A-A939-4AB5-BE3C-09B09B40C210}" presName="sibTrans" presStyleLbl="sibTrans2D1" presStyleIdx="0" presStyleCnt="0"/>
      <dgm:spPr/>
    </dgm:pt>
    <dgm:pt modelId="{25BB5D12-6E61-4063-8752-AA90398D631C}" type="pres">
      <dgm:prSet presAssocID="{D9283FCC-282B-4206-A0ED-04627DD2AE7D}" presName="compNode" presStyleCnt="0"/>
      <dgm:spPr/>
    </dgm:pt>
    <dgm:pt modelId="{408B2EDA-09AF-4D57-BD6C-72102BD7957D}" type="pres">
      <dgm:prSet presAssocID="{D9283FCC-282B-4206-A0ED-04627DD2AE7D}" presName="iconBgRect" presStyleLbl="bgShp" presStyleIdx="1" presStyleCnt="4"/>
      <dgm:spPr/>
    </dgm:pt>
    <dgm:pt modelId="{C27F4D9E-3B72-431C-B761-547A993456DB}" type="pres">
      <dgm:prSet presAssocID="{D9283FCC-282B-4206-A0ED-04627DD2AE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870BEFD4-73FC-4F2A-B636-26B2144065DD}" type="pres">
      <dgm:prSet presAssocID="{D9283FCC-282B-4206-A0ED-04627DD2AE7D}" presName="spaceRect" presStyleCnt="0"/>
      <dgm:spPr/>
    </dgm:pt>
    <dgm:pt modelId="{FF1B4CC8-F2C3-41B4-952F-3F474E48B0C2}" type="pres">
      <dgm:prSet presAssocID="{D9283FCC-282B-4206-A0ED-04627DD2AE7D}" presName="textRect" presStyleLbl="revTx" presStyleIdx="1" presStyleCnt="4">
        <dgm:presLayoutVars>
          <dgm:chMax val="1"/>
          <dgm:chPref val="1"/>
        </dgm:presLayoutVars>
      </dgm:prSet>
      <dgm:spPr/>
    </dgm:pt>
    <dgm:pt modelId="{0105DA52-1534-4EB2-B91B-2A760C65DA1E}" type="pres">
      <dgm:prSet presAssocID="{B434CC83-7F8D-4469-B768-E2C259F0A887}" presName="sibTrans" presStyleLbl="sibTrans2D1" presStyleIdx="0" presStyleCnt="0"/>
      <dgm:spPr/>
    </dgm:pt>
    <dgm:pt modelId="{A3B6FDE2-BB38-46F0-80A2-AC7E2167C67A}" type="pres">
      <dgm:prSet presAssocID="{9A0B845C-24BE-49E4-904F-6E41995423CB}" presName="compNode" presStyleCnt="0"/>
      <dgm:spPr/>
    </dgm:pt>
    <dgm:pt modelId="{3C2E03D7-D967-48F5-BAA8-DF34C3483771}" type="pres">
      <dgm:prSet presAssocID="{9A0B845C-24BE-49E4-904F-6E41995423CB}" presName="iconBgRect" presStyleLbl="bgShp" presStyleIdx="2" presStyleCnt="4"/>
      <dgm:spPr/>
    </dgm:pt>
    <dgm:pt modelId="{D65C6572-1FD9-4467-933D-3E55E366F262}" type="pres">
      <dgm:prSet presAssocID="{9A0B845C-24BE-49E4-904F-6E41995423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tz"/>
        </a:ext>
      </dgm:extLst>
    </dgm:pt>
    <dgm:pt modelId="{9AA1CA41-9B52-4319-B15D-814029C6DA68}" type="pres">
      <dgm:prSet presAssocID="{9A0B845C-24BE-49E4-904F-6E41995423CB}" presName="spaceRect" presStyleCnt="0"/>
      <dgm:spPr/>
    </dgm:pt>
    <dgm:pt modelId="{B5ABF6C2-47A9-45EF-85FD-CCA09801F141}" type="pres">
      <dgm:prSet presAssocID="{9A0B845C-24BE-49E4-904F-6E41995423CB}" presName="textRect" presStyleLbl="revTx" presStyleIdx="2" presStyleCnt="4">
        <dgm:presLayoutVars>
          <dgm:chMax val="1"/>
          <dgm:chPref val="1"/>
        </dgm:presLayoutVars>
      </dgm:prSet>
      <dgm:spPr/>
    </dgm:pt>
    <dgm:pt modelId="{5784022C-6467-4BF8-82CC-D0FE702541B9}" type="pres">
      <dgm:prSet presAssocID="{E4524297-2ADC-4B57-B88B-471EF037568A}" presName="sibTrans" presStyleLbl="sibTrans2D1" presStyleIdx="0" presStyleCnt="0"/>
      <dgm:spPr/>
    </dgm:pt>
    <dgm:pt modelId="{FA0E08DF-CFC6-4F3A-822F-19A2F853B5CE}" type="pres">
      <dgm:prSet presAssocID="{AFBF058C-04C4-45C5-B328-635E7857DA51}" presName="compNode" presStyleCnt="0"/>
      <dgm:spPr/>
    </dgm:pt>
    <dgm:pt modelId="{5A4FA7A2-4CB8-4646-9FE7-A79287C82AF1}" type="pres">
      <dgm:prSet presAssocID="{AFBF058C-04C4-45C5-B328-635E7857DA51}" presName="iconBgRect" presStyleLbl="bgShp" presStyleIdx="3" presStyleCnt="4"/>
      <dgm:spPr/>
    </dgm:pt>
    <dgm:pt modelId="{DF3D9854-225A-465B-9333-BC9F365A49DF}" type="pres">
      <dgm:prSet presAssocID="{AFBF058C-04C4-45C5-B328-635E7857DA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2E2ACCA-42CD-4F56-B41C-074E8EBA3044}" type="pres">
      <dgm:prSet presAssocID="{AFBF058C-04C4-45C5-B328-635E7857DA51}" presName="spaceRect" presStyleCnt="0"/>
      <dgm:spPr/>
    </dgm:pt>
    <dgm:pt modelId="{FA4B8690-CAB5-4211-8B02-B4BA4416D2E4}" type="pres">
      <dgm:prSet presAssocID="{AFBF058C-04C4-45C5-B328-635E7857DA5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F89811-8B50-42CA-91D3-2CC32B1E7C58}" srcId="{23C13A6D-126E-4360-9237-AD10CA1B3042}" destId="{AFBF058C-04C4-45C5-B328-635E7857DA51}" srcOrd="3" destOrd="0" parTransId="{184CC119-32F4-4E7F-9952-77B2EBD73A2C}" sibTransId="{CAD62853-A984-4663-807C-2159F4FDDCC5}"/>
    <dgm:cxn modelId="{46B13A1A-BE26-4135-B63E-1A235495CE68}" type="presOf" srcId="{B434CC83-7F8D-4469-B768-E2C259F0A887}" destId="{0105DA52-1534-4EB2-B91B-2A760C65DA1E}" srcOrd="0" destOrd="0" presId="urn:microsoft.com/office/officeart/2018/2/layout/IconCircleList"/>
    <dgm:cxn modelId="{2FAF6221-37C3-4A18-A566-A26F68BA3CA6}" type="presOf" srcId="{9A0B845C-24BE-49E4-904F-6E41995423CB}" destId="{B5ABF6C2-47A9-45EF-85FD-CCA09801F141}" srcOrd="0" destOrd="0" presId="urn:microsoft.com/office/officeart/2018/2/layout/IconCircleList"/>
    <dgm:cxn modelId="{AA097824-7510-4EC5-99F5-BBC87F924142}" srcId="{23C13A6D-126E-4360-9237-AD10CA1B3042}" destId="{D9283FCC-282B-4206-A0ED-04627DD2AE7D}" srcOrd="1" destOrd="0" parTransId="{97FFAC33-B7DE-4502-8022-086989466487}" sibTransId="{B434CC83-7F8D-4469-B768-E2C259F0A887}"/>
    <dgm:cxn modelId="{EA30714B-8837-4936-8963-53E53159CF1F}" type="presOf" srcId="{AFBF058C-04C4-45C5-B328-635E7857DA51}" destId="{FA4B8690-CAB5-4211-8B02-B4BA4416D2E4}" srcOrd="0" destOrd="0" presId="urn:microsoft.com/office/officeart/2018/2/layout/IconCircleList"/>
    <dgm:cxn modelId="{3E563D4F-AD52-4047-A4F0-3648490B05CB}" type="presOf" srcId="{E4524297-2ADC-4B57-B88B-471EF037568A}" destId="{5784022C-6467-4BF8-82CC-D0FE702541B9}" srcOrd="0" destOrd="0" presId="urn:microsoft.com/office/officeart/2018/2/layout/IconCircleList"/>
    <dgm:cxn modelId="{D10B217D-D541-4CAC-B44C-B37A46460798}" srcId="{23C13A6D-126E-4360-9237-AD10CA1B3042}" destId="{9A0B845C-24BE-49E4-904F-6E41995423CB}" srcOrd="2" destOrd="0" parTransId="{072FCE84-6CA8-4646-8F00-6F24270DA3D7}" sibTransId="{E4524297-2ADC-4B57-B88B-471EF037568A}"/>
    <dgm:cxn modelId="{52122280-DBBB-4D29-9797-F401B9097508}" type="presOf" srcId="{D9283FCC-282B-4206-A0ED-04627DD2AE7D}" destId="{FF1B4CC8-F2C3-41B4-952F-3F474E48B0C2}" srcOrd="0" destOrd="0" presId="urn:microsoft.com/office/officeart/2018/2/layout/IconCircleList"/>
    <dgm:cxn modelId="{AD95CF8C-4EB0-46EB-80AF-0C2A6B28D955}" srcId="{23C13A6D-126E-4360-9237-AD10CA1B3042}" destId="{6BBAE0C8-948B-48F7-9795-10C58B23C240}" srcOrd="0" destOrd="0" parTransId="{1FDB8DD9-B8BC-4640-BDBD-04907E1F771B}" sibTransId="{531C444A-A939-4AB5-BE3C-09B09B40C210}"/>
    <dgm:cxn modelId="{FF5FFC94-0AA3-448B-B1CD-A2A26A3644A0}" type="presOf" srcId="{6BBAE0C8-948B-48F7-9795-10C58B23C240}" destId="{3F97011D-BA3F-4C8E-B882-311624C9310C}" srcOrd="0" destOrd="0" presId="urn:microsoft.com/office/officeart/2018/2/layout/IconCircleList"/>
    <dgm:cxn modelId="{C8B4F999-40E9-430E-B348-6363757C844A}" type="presOf" srcId="{531C444A-A939-4AB5-BE3C-09B09B40C210}" destId="{87629631-0CEF-4AED-B648-9CF70F6D816E}" srcOrd="0" destOrd="0" presId="urn:microsoft.com/office/officeart/2018/2/layout/IconCircleList"/>
    <dgm:cxn modelId="{011D9FC7-021C-4EEF-8598-209B45A3B370}" type="presOf" srcId="{23C13A6D-126E-4360-9237-AD10CA1B3042}" destId="{0D687DFF-DD7A-4307-AFBB-D7FB3D45539D}" srcOrd="0" destOrd="0" presId="urn:microsoft.com/office/officeart/2018/2/layout/IconCircleList"/>
    <dgm:cxn modelId="{5225B439-830C-4EC6-9860-262E6ED6E3C9}" type="presParOf" srcId="{0D687DFF-DD7A-4307-AFBB-D7FB3D45539D}" destId="{9C75DA14-EF6E-4D37-A39B-80EF780BD97B}" srcOrd="0" destOrd="0" presId="urn:microsoft.com/office/officeart/2018/2/layout/IconCircleList"/>
    <dgm:cxn modelId="{9A4AB6D4-1454-4827-935F-961B113A93DF}" type="presParOf" srcId="{9C75DA14-EF6E-4D37-A39B-80EF780BD97B}" destId="{BDF3BAB9-BE2C-4098-AA03-45D66CE32DD0}" srcOrd="0" destOrd="0" presId="urn:microsoft.com/office/officeart/2018/2/layout/IconCircleList"/>
    <dgm:cxn modelId="{4C4EC864-B399-4F11-B41C-B48DA36635C7}" type="presParOf" srcId="{BDF3BAB9-BE2C-4098-AA03-45D66CE32DD0}" destId="{9447368F-E993-473C-AE3D-B57E07C55EFF}" srcOrd="0" destOrd="0" presId="urn:microsoft.com/office/officeart/2018/2/layout/IconCircleList"/>
    <dgm:cxn modelId="{CD858B85-491E-478D-BDCF-0DF421C03372}" type="presParOf" srcId="{BDF3BAB9-BE2C-4098-AA03-45D66CE32DD0}" destId="{12A9E6CD-E5B6-4527-8A27-2711DADE025B}" srcOrd="1" destOrd="0" presId="urn:microsoft.com/office/officeart/2018/2/layout/IconCircleList"/>
    <dgm:cxn modelId="{555EFAE5-B1AC-4A14-9DBA-4C7135E7E68F}" type="presParOf" srcId="{BDF3BAB9-BE2C-4098-AA03-45D66CE32DD0}" destId="{3F2ACBA6-8508-4AC4-B115-4A4E62D20141}" srcOrd="2" destOrd="0" presId="urn:microsoft.com/office/officeart/2018/2/layout/IconCircleList"/>
    <dgm:cxn modelId="{DEAC8A7E-A0E9-4E01-9EB1-8EA42B680A68}" type="presParOf" srcId="{BDF3BAB9-BE2C-4098-AA03-45D66CE32DD0}" destId="{3F97011D-BA3F-4C8E-B882-311624C9310C}" srcOrd="3" destOrd="0" presId="urn:microsoft.com/office/officeart/2018/2/layout/IconCircleList"/>
    <dgm:cxn modelId="{04CE1922-6DA2-4D88-A77D-FE0817E25ADD}" type="presParOf" srcId="{9C75DA14-EF6E-4D37-A39B-80EF780BD97B}" destId="{87629631-0CEF-4AED-B648-9CF70F6D816E}" srcOrd="1" destOrd="0" presId="urn:microsoft.com/office/officeart/2018/2/layout/IconCircleList"/>
    <dgm:cxn modelId="{536EC6B1-F469-4385-9F8F-63EA5D74C053}" type="presParOf" srcId="{9C75DA14-EF6E-4D37-A39B-80EF780BD97B}" destId="{25BB5D12-6E61-4063-8752-AA90398D631C}" srcOrd="2" destOrd="0" presId="urn:microsoft.com/office/officeart/2018/2/layout/IconCircleList"/>
    <dgm:cxn modelId="{EB2EDF64-9277-475D-BB44-07181A9623A2}" type="presParOf" srcId="{25BB5D12-6E61-4063-8752-AA90398D631C}" destId="{408B2EDA-09AF-4D57-BD6C-72102BD7957D}" srcOrd="0" destOrd="0" presId="urn:microsoft.com/office/officeart/2018/2/layout/IconCircleList"/>
    <dgm:cxn modelId="{EB85181B-9D8E-4557-818C-0B0EAE8501D0}" type="presParOf" srcId="{25BB5D12-6E61-4063-8752-AA90398D631C}" destId="{C27F4D9E-3B72-431C-B761-547A993456DB}" srcOrd="1" destOrd="0" presId="urn:microsoft.com/office/officeart/2018/2/layout/IconCircleList"/>
    <dgm:cxn modelId="{93394983-EB4F-4FC4-A17C-1E2F185FA1C3}" type="presParOf" srcId="{25BB5D12-6E61-4063-8752-AA90398D631C}" destId="{870BEFD4-73FC-4F2A-B636-26B2144065DD}" srcOrd="2" destOrd="0" presId="urn:microsoft.com/office/officeart/2018/2/layout/IconCircleList"/>
    <dgm:cxn modelId="{8D9F74AE-0CC1-4983-A2A4-ADC83D409D87}" type="presParOf" srcId="{25BB5D12-6E61-4063-8752-AA90398D631C}" destId="{FF1B4CC8-F2C3-41B4-952F-3F474E48B0C2}" srcOrd="3" destOrd="0" presId="urn:microsoft.com/office/officeart/2018/2/layout/IconCircleList"/>
    <dgm:cxn modelId="{BC696195-8892-4646-9985-DCD85A9CE862}" type="presParOf" srcId="{9C75DA14-EF6E-4D37-A39B-80EF780BD97B}" destId="{0105DA52-1534-4EB2-B91B-2A760C65DA1E}" srcOrd="3" destOrd="0" presId="urn:microsoft.com/office/officeart/2018/2/layout/IconCircleList"/>
    <dgm:cxn modelId="{F229D3F6-BBA4-44AE-9864-3C93651863DC}" type="presParOf" srcId="{9C75DA14-EF6E-4D37-A39B-80EF780BD97B}" destId="{A3B6FDE2-BB38-46F0-80A2-AC7E2167C67A}" srcOrd="4" destOrd="0" presId="urn:microsoft.com/office/officeart/2018/2/layout/IconCircleList"/>
    <dgm:cxn modelId="{1BD3EB65-CF6B-4E19-8A37-D907C461DFAB}" type="presParOf" srcId="{A3B6FDE2-BB38-46F0-80A2-AC7E2167C67A}" destId="{3C2E03D7-D967-48F5-BAA8-DF34C3483771}" srcOrd="0" destOrd="0" presId="urn:microsoft.com/office/officeart/2018/2/layout/IconCircleList"/>
    <dgm:cxn modelId="{2E9B788A-7A47-4115-AC2D-E31B149E9BAC}" type="presParOf" srcId="{A3B6FDE2-BB38-46F0-80A2-AC7E2167C67A}" destId="{D65C6572-1FD9-4467-933D-3E55E366F262}" srcOrd="1" destOrd="0" presId="urn:microsoft.com/office/officeart/2018/2/layout/IconCircleList"/>
    <dgm:cxn modelId="{4BEB9CFB-56C0-4F31-9539-82E87F653A82}" type="presParOf" srcId="{A3B6FDE2-BB38-46F0-80A2-AC7E2167C67A}" destId="{9AA1CA41-9B52-4319-B15D-814029C6DA68}" srcOrd="2" destOrd="0" presId="urn:microsoft.com/office/officeart/2018/2/layout/IconCircleList"/>
    <dgm:cxn modelId="{47DDDAE5-2E86-44C2-BAB6-8A12D9CCCE3C}" type="presParOf" srcId="{A3B6FDE2-BB38-46F0-80A2-AC7E2167C67A}" destId="{B5ABF6C2-47A9-45EF-85FD-CCA09801F141}" srcOrd="3" destOrd="0" presId="urn:microsoft.com/office/officeart/2018/2/layout/IconCircleList"/>
    <dgm:cxn modelId="{6514911F-F646-4FB5-84F4-E9D30FBD584C}" type="presParOf" srcId="{9C75DA14-EF6E-4D37-A39B-80EF780BD97B}" destId="{5784022C-6467-4BF8-82CC-D0FE702541B9}" srcOrd="5" destOrd="0" presId="urn:microsoft.com/office/officeart/2018/2/layout/IconCircleList"/>
    <dgm:cxn modelId="{9D752F97-3C9F-4F0E-9E4D-F1E271E4EF56}" type="presParOf" srcId="{9C75DA14-EF6E-4D37-A39B-80EF780BD97B}" destId="{FA0E08DF-CFC6-4F3A-822F-19A2F853B5CE}" srcOrd="6" destOrd="0" presId="urn:microsoft.com/office/officeart/2018/2/layout/IconCircleList"/>
    <dgm:cxn modelId="{CA6CB9D4-58A5-4F55-99EF-6B09F51DEC8F}" type="presParOf" srcId="{FA0E08DF-CFC6-4F3A-822F-19A2F853B5CE}" destId="{5A4FA7A2-4CB8-4646-9FE7-A79287C82AF1}" srcOrd="0" destOrd="0" presId="urn:microsoft.com/office/officeart/2018/2/layout/IconCircleList"/>
    <dgm:cxn modelId="{11D9CC75-C881-43B9-92FF-AE7717AE292B}" type="presParOf" srcId="{FA0E08DF-CFC6-4F3A-822F-19A2F853B5CE}" destId="{DF3D9854-225A-465B-9333-BC9F365A49DF}" srcOrd="1" destOrd="0" presId="urn:microsoft.com/office/officeart/2018/2/layout/IconCircleList"/>
    <dgm:cxn modelId="{0BE0C63D-581B-4B92-A946-0C792C2ED178}" type="presParOf" srcId="{FA0E08DF-CFC6-4F3A-822F-19A2F853B5CE}" destId="{52E2ACCA-42CD-4F56-B41C-074E8EBA3044}" srcOrd="2" destOrd="0" presId="urn:microsoft.com/office/officeart/2018/2/layout/IconCircleList"/>
    <dgm:cxn modelId="{92C901D7-DB89-4200-B085-AA9274419FB8}" type="presParOf" srcId="{FA0E08DF-CFC6-4F3A-822F-19A2F853B5CE}" destId="{FA4B8690-CAB5-4211-8B02-B4BA4416D2E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995C89-E9FB-4F20-B946-E6B49C02F70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38D008-C1DF-45E1-8F40-EA183431F118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de-DE" sz="1900" dirty="0" err="1">
              <a:ea typeface="+mn-ea"/>
              <a:cs typeface="+mn-cs"/>
            </a:rPr>
            <a:t>Foldable</a:t>
          </a:r>
          <a:r>
            <a:rPr lang="de-DE" sz="1900" dirty="0">
              <a:ea typeface="+mn-ea"/>
              <a:cs typeface="+mn-cs"/>
            </a:rPr>
            <a:t> &amp; dual </a:t>
          </a:r>
          <a:r>
            <a:rPr lang="de-DE" sz="1900" dirty="0" err="1">
              <a:ea typeface="+mn-ea"/>
              <a:cs typeface="+mn-cs"/>
            </a:rPr>
            <a:t>screens</a:t>
          </a:r>
          <a:r>
            <a:rPr lang="de-DE" sz="1900" dirty="0">
              <a:ea typeface="+mn-ea"/>
              <a:cs typeface="+mn-cs"/>
            </a:rPr>
            <a:t>.</a:t>
          </a:r>
          <a:endParaRPr lang="en-US" sz="1900" dirty="0">
            <a:ea typeface="+mn-ea"/>
            <a:cs typeface="+mn-cs"/>
          </a:endParaRPr>
        </a:p>
      </dgm:t>
    </dgm:pt>
    <dgm:pt modelId="{74FD4C54-C77A-46A3-9506-19DDE4E19410}" type="parTrans" cxnId="{D47615D0-6286-4671-AD1C-6B9733B20842}">
      <dgm:prSet/>
      <dgm:spPr/>
      <dgm:t>
        <a:bodyPr/>
        <a:lstStyle/>
        <a:p>
          <a:endParaRPr lang="en-US"/>
        </a:p>
      </dgm:t>
    </dgm:pt>
    <dgm:pt modelId="{EF0CC47C-1753-47AA-A0FE-9C6481423052}" type="sibTrans" cxnId="{D47615D0-6286-4671-AD1C-6B9733B20842}">
      <dgm:prSet/>
      <dgm:spPr/>
      <dgm:t>
        <a:bodyPr/>
        <a:lstStyle/>
        <a:p>
          <a:endParaRPr lang="en-US"/>
        </a:p>
      </dgm:t>
    </dgm:pt>
    <dgm:pt modelId="{E384B266-E39F-4900-89AC-44A5FF724B5E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de-DE" sz="1900" dirty="0">
              <a:ea typeface="+mn-ea"/>
              <a:cs typeface="+mn-cs"/>
            </a:rPr>
            <a:t>AI </a:t>
          </a:r>
          <a:r>
            <a:rPr lang="de-DE" sz="1900" dirty="0" err="1">
              <a:latin typeface="Grandview Display"/>
              <a:ea typeface="+mn-ea"/>
              <a:cs typeface="+mn-cs"/>
            </a:rPr>
            <a:t>acceleration</a:t>
          </a:r>
          <a:r>
            <a:rPr lang="de-DE" sz="1900" dirty="0">
              <a:ea typeface="+mn-ea"/>
              <a:cs typeface="+mn-cs"/>
            </a:rPr>
            <a:t>.</a:t>
          </a:r>
          <a:endParaRPr lang="en-US" sz="1900" dirty="0">
            <a:ea typeface="+mn-ea"/>
            <a:cs typeface="+mn-cs"/>
          </a:endParaRPr>
        </a:p>
      </dgm:t>
    </dgm:pt>
    <dgm:pt modelId="{74F1CFF1-E45D-44B9-94BB-DAEE9F098D24}" type="parTrans" cxnId="{6B9A5DF3-C52F-4180-8E46-A848AD54FF62}">
      <dgm:prSet/>
      <dgm:spPr/>
      <dgm:t>
        <a:bodyPr/>
        <a:lstStyle/>
        <a:p>
          <a:endParaRPr lang="en-US"/>
        </a:p>
      </dgm:t>
    </dgm:pt>
    <dgm:pt modelId="{0FCB6CFB-04FC-4677-B0F9-89C1150AA123}" type="sibTrans" cxnId="{6B9A5DF3-C52F-4180-8E46-A848AD54FF62}">
      <dgm:prSet/>
      <dgm:spPr/>
      <dgm:t>
        <a:bodyPr/>
        <a:lstStyle/>
        <a:p>
          <a:endParaRPr lang="en-US"/>
        </a:p>
      </dgm:t>
    </dgm:pt>
    <dgm:pt modelId="{89CCDA18-573C-424B-B98A-3D406B9730E5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de-DE" sz="1900" dirty="0">
              <a:ea typeface="+mn-ea"/>
              <a:cs typeface="+mn-cs"/>
            </a:rPr>
            <a:t>Cloud </a:t>
          </a:r>
          <a:r>
            <a:rPr lang="de-DE" sz="1900" dirty="0" err="1">
              <a:ea typeface="+mn-ea"/>
              <a:cs typeface="+mn-cs"/>
            </a:rPr>
            <a:t>integration</a:t>
          </a:r>
          <a:r>
            <a:rPr lang="de-DE" sz="1900" dirty="0">
              <a:ea typeface="+mn-ea"/>
              <a:cs typeface="+mn-cs"/>
            </a:rPr>
            <a:t>.</a:t>
          </a:r>
          <a:endParaRPr lang="en-US" sz="1900" dirty="0">
            <a:ea typeface="+mn-ea"/>
            <a:cs typeface="+mn-cs"/>
          </a:endParaRPr>
        </a:p>
      </dgm:t>
    </dgm:pt>
    <dgm:pt modelId="{C96B01D3-41A3-41BC-815D-EAF15873CBEE}" type="parTrans" cxnId="{A37E57DD-07F6-4AC7-BA4F-46A9754B61D7}">
      <dgm:prSet/>
      <dgm:spPr/>
      <dgm:t>
        <a:bodyPr/>
        <a:lstStyle/>
        <a:p>
          <a:endParaRPr lang="en-US"/>
        </a:p>
      </dgm:t>
    </dgm:pt>
    <dgm:pt modelId="{CCB93BDC-1328-40C4-90BB-4E6CD87FB45A}" type="sibTrans" cxnId="{A37E57DD-07F6-4AC7-BA4F-46A9754B61D7}">
      <dgm:prSet/>
      <dgm:spPr/>
      <dgm:t>
        <a:bodyPr/>
        <a:lstStyle/>
        <a:p>
          <a:endParaRPr lang="en-US"/>
        </a:p>
      </dgm:t>
    </dgm:pt>
    <dgm:pt modelId="{82F90AA1-A6B7-4A6F-B790-61420613F74C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de-DE" sz="1900" dirty="0" err="1">
              <a:ea typeface="+mn-ea"/>
              <a:cs typeface="+mn-cs"/>
            </a:rPr>
            <a:t>Sustainability</a:t>
          </a:r>
          <a:r>
            <a:rPr lang="de-DE" sz="1900" dirty="0">
              <a:ea typeface="+mn-ea"/>
              <a:cs typeface="+mn-cs"/>
            </a:rPr>
            <a:t> &amp; </a:t>
          </a:r>
          <a:r>
            <a:rPr lang="de-DE" sz="1900" dirty="0" err="1">
              <a:ea typeface="+mn-ea"/>
              <a:cs typeface="+mn-cs"/>
            </a:rPr>
            <a:t>repair</a:t>
          </a:r>
          <a:r>
            <a:rPr lang="de-DE" sz="1900" dirty="0">
              <a:ea typeface="+mn-ea"/>
              <a:cs typeface="+mn-cs"/>
            </a:rPr>
            <a:t> </a:t>
          </a:r>
          <a:r>
            <a:rPr lang="de-DE" sz="1900" dirty="0" err="1">
              <a:ea typeface="+mn-ea"/>
              <a:cs typeface="+mn-cs"/>
            </a:rPr>
            <a:t>laws</a:t>
          </a:r>
          <a:r>
            <a:rPr lang="de-DE" sz="1900" dirty="0">
              <a:ea typeface="+mn-ea"/>
              <a:cs typeface="+mn-cs"/>
            </a:rPr>
            <a:t>.</a:t>
          </a:r>
          <a:endParaRPr lang="en-US" sz="1900" dirty="0">
            <a:ea typeface="+mn-ea"/>
            <a:cs typeface="+mn-cs"/>
          </a:endParaRPr>
        </a:p>
      </dgm:t>
    </dgm:pt>
    <dgm:pt modelId="{8A6792FD-188A-4732-8390-50BAD3BEF88B}" type="parTrans" cxnId="{B8A54C02-B5F2-4A87-B062-7EA5BE1CADB7}">
      <dgm:prSet/>
      <dgm:spPr/>
      <dgm:t>
        <a:bodyPr/>
        <a:lstStyle/>
        <a:p>
          <a:endParaRPr lang="en-US"/>
        </a:p>
      </dgm:t>
    </dgm:pt>
    <dgm:pt modelId="{F0C66931-81D5-4084-AD95-6B4C3F492831}" type="sibTrans" cxnId="{B8A54C02-B5F2-4A87-B062-7EA5BE1CADB7}">
      <dgm:prSet/>
      <dgm:spPr/>
      <dgm:t>
        <a:bodyPr/>
        <a:lstStyle/>
        <a:p>
          <a:endParaRPr lang="en-US"/>
        </a:p>
      </dgm:t>
    </dgm:pt>
    <dgm:pt modelId="{DD9924B8-C958-4F8C-85B3-503F07D3D55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de-DE" sz="1900" dirty="0" err="1">
              <a:ea typeface="+mn-ea"/>
              <a:cs typeface="+mn-cs"/>
            </a:rPr>
            <a:t>Battery</a:t>
          </a:r>
          <a:r>
            <a:rPr lang="de-DE" sz="1900" dirty="0">
              <a:ea typeface="+mn-ea"/>
              <a:cs typeface="+mn-cs"/>
            </a:rPr>
            <a:t> </a:t>
          </a:r>
          <a:r>
            <a:rPr lang="de-DE" sz="1900" dirty="0" err="1">
              <a:ea typeface="+mn-ea"/>
              <a:cs typeface="+mn-cs"/>
            </a:rPr>
            <a:t>tech</a:t>
          </a:r>
          <a:r>
            <a:rPr lang="de-DE" sz="1900" dirty="0">
              <a:ea typeface="+mn-ea"/>
              <a:cs typeface="+mn-cs"/>
            </a:rPr>
            <a:t> </a:t>
          </a:r>
          <a:r>
            <a:rPr lang="de-DE" sz="1900" dirty="0" err="1">
              <a:ea typeface="+mn-ea"/>
              <a:cs typeface="+mn-cs"/>
            </a:rPr>
            <a:t>improvements</a:t>
          </a:r>
          <a:r>
            <a:rPr lang="de-DE" sz="1900" dirty="0">
              <a:ea typeface="+mn-ea"/>
              <a:cs typeface="+mn-cs"/>
            </a:rPr>
            <a:t>.</a:t>
          </a:r>
          <a:endParaRPr lang="en-US" sz="1900" dirty="0">
            <a:ea typeface="+mn-ea"/>
            <a:cs typeface="+mn-cs"/>
          </a:endParaRPr>
        </a:p>
      </dgm:t>
    </dgm:pt>
    <dgm:pt modelId="{A208503F-ADD9-4224-BC98-0B3F8FE82040}" type="parTrans" cxnId="{E31FBE0C-E943-4E1B-9E18-51B5DB204318}">
      <dgm:prSet/>
      <dgm:spPr/>
      <dgm:t>
        <a:bodyPr/>
        <a:lstStyle/>
        <a:p>
          <a:endParaRPr lang="en-US"/>
        </a:p>
      </dgm:t>
    </dgm:pt>
    <dgm:pt modelId="{40DC0171-2BA7-401B-9946-F4F8E7F69EED}" type="sibTrans" cxnId="{E31FBE0C-E943-4E1B-9E18-51B5DB204318}">
      <dgm:prSet/>
      <dgm:spPr/>
      <dgm:t>
        <a:bodyPr/>
        <a:lstStyle/>
        <a:p>
          <a:endParaRPr lang="en-US"/>
        </a:p>
      </dgm:t>
    </dgm:pt>
    <dgm:pt modelId="{4AF3BB5A-3DAB-4BEC-B78D-75924FE55844}" type="pres">
      <dgm:prSet presAssocID="{3C995C89-E9FB-4F20-B946-E6B49C02F7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491DE1-1325-4940-AE39-BB902A33CAF0}" type="pres">
      <dgm:prSet presAssocID="{8938D008-C1DF-45E1-8F40-EA183431F118}" presName="hierRoot1" presStyleCnt="0"/>
      <dgm:spPr/>
    </dgm:pt>
    <dgm:pt modelId="{BE3D017A-CF0E-4BFF-AF76-11F735228435}" type="pres">
      <dgm:prSet presAssocID="{8938D008-C1DF-45E1-8F40-EA183431F118}" presName="composite" presStyleCnt="0"/>
      <dgm:spPr/>
    </dgm:pt>
    <dgm:pt modelId="{8A29802B-32B2-4FCD-B7CC-D462866EBD3B}" type="pres">
      <dgm:prSet presAssocID="{8938D008-C1DF-45E1-8F40-EA183431F118}" presName="background" presStyleLbl="node0" presStyleIdx="0" presStyleCnt="5"/>
      <dgm:spPr/>
    </dgm:pt>
    <dgm:pt modelId="{231487B1-AA2A-4168-9179-09AFBF05E569}" type="pres">
      <dgm:prSet presAssocID="{8938D008-C1DF-45E1-8F40-EA183431F118}" presName="text" presStyleLbl="fgAcc0" presStyleIdx="0" presStyleCnt="5">
        <dgm:presLayoutVars>
          <dgm:chPref val="3"/>
        </dgm:presLayoutVars>
      </dgm:prSet>
      <dgm:spPr/>
    </dgm:pt>
    <dgm:pt modelId="{2982DABC-1302-46C6-9320-C44F83FB70DC}" type="pres">
      <dgm:prSet presAssocID="{8938D008-C1DF-45E1-8F40-EA183431F118}" presName="hierChild2" presStyleCnt="0"/>
      <dgm:spPr/>
    </dgm:pt>
    <dgm:pt modelId="{6EBB2ED9-DEF8-4322-91AA-01351AE854DE}" type="pres">
      <dgm:prSet presAssocID="{E384B266-E39F-4900-89AC-44A5FF724B5E}" presName="hierRoot1" presStyleCnt="0"/>
      <dgm:spPr/>
    </dgm:pt>
    <dgm:pt modelId="{A523BF6A-3F37-472C-B6B8-8B4B27A8790E}" type="pres">
      <dgm:prSet presAssocID="{E384B266-E39F-4900-89AC-44A5FF724B5E}" presName="composite" presStyleCnt="0"/>
      <dgm:spPr/>
    </dgm:pt>
    <dgm:pt modelId="{9C84CA1C-876E-46BB-A012-C99D05448A8E}" type="pres">
      <dgm:prSet presAssocID="{E384B266-E39F-4900-89AC-44A5FF724B5E}" presName="background" presStyleLbl="node0" presStyleIdx="1" presStyleCnt="5"/>
      <dgm:spPr/>
    </dgm:pt>
    <dgm:pt modelId="{2EEB98EB-7B56-43A6-90B7-1D9F89CA1AFE}" type="pres">
      <dgm:prSet presAssocID="{E384B266-E39F-4900-89AC-44A5FF724B5E}" presName="text" presStyleLbl="fgAcc0" presStyleIdx="1" presStyleCnt="5">
        <dgm:presLayoutVars>
          <dgm:chPref val="3"/>
        </dgm:presLayoutVars>
      </dgm:prSet>
      <dgm:spPr/>
    </dgm:pt>
    <dgm:pt modelId="{61D17F05-F0F3-4FFB-BDAB-5A1DBE51267A}" type="pres">
      <dgm:prSet presAssocID="{E384B266-E39F-4900-89AC-44A5FF724B5E}" presName="hierChild2" presStyleCnt="0"/>
      <dgm:spPr/>
    </dgm:pt>
    <dgm:pt modelId="{8B3EB8A4-2E4E-4B14-869B-0F5E141FB453}" type="pres">
      <dgm:prSet presAssocID="{89CCDA18-573C-424B-B98A-3D406B9730E5}" presName="hierRoot1" presStyleCnt="0"/>
      <dgm:spPr/>
    </dgm:pt>
    <dgm:pt modelId="{42965891-309C-4C1D-A2FD-6A417591E428}" type="pres">
      <dgm:prSet presAssocID="{89CCDA18-573C-424B-B98A-3D406B9730E5}" presName="composite" presStyleCnt="0"/>
      <dgm:spPr/>
    </dgm:pt>
    <dgm:pt modelId="{3CC23E55-3C6C-4B9B-AB93-3CF85F6669B4}" type="pres">
      <dgm:prSet presAssocID="{89CCDA18-573C-424B-B98A-3D406B9730E5}" presName="background" presStyleLbl="node0" presStyleIdx="2" presStyleCnt="5"/>
      <dgm:spPr/>
    </dgm:pt>
    <dgm:pt modelId="{1F1DC993-2335-43E1-9E76-B930E87D5A2E}" type="pres">
      <dgm:prSet presAssocID="{89CCDA18-573C-424B-B98A-3D406B9730E5}" presName="text" presStyleLbl="fgAcc0" presStyleIdx="2" presStyleCnt="5">
        <dgm:presLayoutVars>
          <dgm:chPref val="3"/>
        </dgm:presLayoutVars>
      </dgm:prSet>
      <dgm:spPr/>
    </dgm:pt>
    <dgm:pt modelId="{6F44A73C-F4ED-425A-A715-051E96A52B01}" type="pres">
      <dgm:prSet presAssocID="{89CCDA18-573C-424B-B98A-3D406B9730E5}" presName="hierChild2" presStyleCnt="0"/>
      <dgm:spPr/>
    </dgm:pt>
    <dgm:pt modelId="{AF1E08B4-A105-4411-878B-D143738435A0}" type="pres">
      <dgm:prSet presAssocID="{82F90AA1-A6B7-4A6F-B790-61420613F74C}" presName="hierRoot1" presStyleCnt="0"/>
      <dgm:spPr/>
    </dgm:pt>
    <dgm:pt modelId="{55F8F3D4-B9A7-48CE-A579-C4F01824E2C3}" type="pres">
      <dgm:prSet presAssocID="{82F90AA1-A6B7-4A6F-B790-61420613F74C}" presName="composite" presStyleCnt="0"/>
      <dgm:spPr/>
    </dgm:pt>
    <dgm:pt modelId="{3ED266C5-FA78-4680-AD5E-EDC51282F849}" type="pres">
      <dgm:prSet presAssocID="{82F90AA1-A6B7-4A6F-B790-61420613F74C}" presName="background" presStyleLbl="node0" presStyleIdx="3" presStyleCnt="5"/>
      <dgm:spPr/>
    </dgm:pt>
    <dgm:pt modelId="{EC401160-9EF2-4AA8-A64E-8EB5306CAE52}" type="pres">
      <dgm:prSet presAssocID="{82F90AA1-A6B7-4A6F-B790-61420613F74C}" presName="text" presStyleLbl="fgAcc0" presStyleIdx="3" presStyleCnt="5">
        <dgm:presLayoutVars>
          <dgm:chPref val="3"/>
        </dgm:presLayoutVars>
      </dgm:prSet>
      <dgm:spPr/>
    </dgm:pt>
    <dgm:pt modelId="{6D868CC4-B459-47AA-B0D5-5E2BE4A89229}" type="pres">
      <dgm:prSet presAssocID="{82F90AA1-A6B7-4A6F-B790-61420613F74C}" presName="hierChild2" presStyleCnt="0"/>
      <dgm:spPr/>
    </dgm:pt>
    <dgm:pt modelId="{135B496E-D76F-48D7-8C3B-A9C3CD8D9D0A}" type="pres">
      <dgm:prSet presAssocID="{DD9924B8-C958-4F8C-85B3-503F07D3D55F}" presName="hierRoot1" presStyleCnt="0"/>
      <dgm:spPr/>
    </dgm:pt>
    <dgm:pt modelId="{02A8AD76-A09C-4A4C-8321-57C11B70529A}" type="pres">
      <dgm:prSet presAssocID="{DD9924B8-C958-4F8C-85B3-503F07D3D55F}" presName="composite" presStyleCnt="0"/>
      <dgm:spPr/>
    </dgm:pt>
    <dgm:pt modelId="{32B4C187-083D-44F0-9D03-9D8BE376C80C}" type="pres">
      <dgm:prSet presAssocID="{DD9924B8-C958-4F8C-85B3-503F07D3D55F}" presName="background" presStyleLbl="node0" presStyleIdx="4" presStyleCnt="5"/>
      <dgm:spPr/>
    </dgm:pt>
    <dgm:pt modelId="{89EF1BFC-3558-4B93-9992-8BEA80FDC61A}" type="pres">
      <dgm:prSet presAssocID="{DD9924B8-C958-4F8C-85B3-503F07D3D55F}" presName="text" presStyleLbl="fgAcc0" presStyleIdx="4" presStyleCnt="5">
        <dgm:presLayoutVars>
          <dgm:chPref val="3"/>
        </dgm:presLayoutVars>
      </dgm:prSet>
      <dgm:spPr/>
    </dgm:pt>
    <dgm:pt modelId="{401F46C5-7356-40D9-8458-5C3B5ED9C68E}" type="pres">
      <dgm:prSet presAssocID="{DD9924B8-C958-4F8C-85B3-503F07D3D55F}" presName="hierChild2" presStyleCnt="0"/>
      <dgm:spPr/>
    </dgm:pt>
  </dgm:ptLst>
  <dgm:cxnLst>
    <dgm:cxn modelId="{B8A54C02-B5F2-4A87-B062-7EA5BE1CADB7}" srcId="{3C995C89-E9FB-4F20-B946-E6B49C02F70C}" destId="{82F90AA1-A6B7-4A6F-B790-61420613F74C}" srcOrd="3" destOrd="0" parTransId="{8A6792FD-188A-4732-8390-50BAD3BEF88B}" sibTransId="{F0C66931-81D5-4084-AD95-6B4C3F492831}"/>
    <dgm:cxn modelId="{E31FBE0C-E943-4E1B-9E18-51B5DB204318}" srcId="{3C995C89-E9FB-4F20-B946-E6B49C02F70C}" destId="{DD9924B8-C958-4F8C-85B3-503F07D3D55F}" srcOrd="4" destOrd="0" parTransId="{A208503F-ADD9-4224-BC98-0B3F8FE82040}" sibTransId="{40DC0171-2BA7-401B-9946-F4F8E7F69EED}"/>
    <dgm:cxn modelId="{FD0EDF16-E803-4384-99B8-369B2926ACBD}" type="presOf" srcId="{DD9924B8-C958-4F8C-85B3-503F07D3D55F}" destId="{89EF1BFC-3558-4B93-9992-8BEA80FDC61A}" srcOrd="0" destOrd="0" presId="urn:microsoft.com/office/officeart/2005/8/layout/hierarchy1"/>
    <dgm:cxn modelId="{C2A0B041-1EE1-4EBE-8D56-753C2C5D25B7}" type="presOf" srcId="{82F90AA1-A6B7-4A6F-B790-61420613F74C}" destId="{EC401160-9EF2-4AA8-A64E-8EB5306CAE52}" srcOrd="0" destOrd="0" presId="urn:microsoft.com/office/officeart/2005/8/layout/hierarchy1"/>
    <dgm:cxn modelId="{03771559-0B94-435D-8EAC-5109A269E13A}" type="presOf" srcId="{3C995C89-E9FB-4F20-B946-E6B49C02F70C}" destId="{4AF3BB5A-3DAB-4BEC-B78D-75924FE55844}" srcOrd="0" destOrd="0" presId="urn:microsoft.com/office/officeart/2005/8/layout/hierarchy1"/>
    <dgm:cxn modelId="{61B6B499-F9D7-4F08-B620-3FC55CC99B64}" type="presOf" srcId="{8938D008-C1DF-45E1-8F40-EA183431F118}" destId="{231487B1-AA2A-4168-9179-09AFBF05E569}" srcOrd="0" destOrd="0" presId="urn:microsoft.com/office/officeart/2005/8/layout/hierarchy1"/>
    <dgm:cxn modelId="{A4EBB59C-84F9-4D2E-9968-84D78A0F0710}" type="presOf" srcId="{89CCDA18-573C-424B-B98A-3D406B9730E5}" destId="{1F1DC993-2335-43E1-9E76-B930E87D5A2E}" srcOrd="0" destOrd="0" presId="urn:microsoft.com/office/officeart/2005/8/layout/hierarchy1"/>
    <dgm:cxn modelId="{2E7592B1-FC8A-483B-8BE1-F3B290D7B086}" type="presOf" srcId="{E384B266-E39F-4900-89AC-44A5FF724B5E}" destId="{2EEB98EB-7B56-43A6-90B7-1D9F89CA1AFE}" srcOrd="0" destOrd="0" presId="urn:microsoft.com/office/officeart/2005/8/layout/hierarchy1"/>
    <dgm:cxn modelId="{D47615D0-6286-4671-AD1C-6B9733B20842}" srcId="{3C995C89-E9FB-4F20-B946-E6B49C02F70C}" destId="{8938D008-C1DF-45E1-8F40-EA183431F118}" srcOrd="0" destOrd="0" parTransId="{74FD4C54-C77A-46A3-9506-19DDE4E19410}" sibTransId="{EF0CC47C-1753-47AA-A0FE-9C6481423052}"/>
    <dgm:cxn modelId="{A37E57DD-07F6-4AC7-BA4F-46A9754B61D7}" srcId="{3C995C89-E9FB-4F20-B946-E6B49C02F70C}" destId="{89CCDA18-573C-424B-B98A-3D406B9730E5}" srcOrd="2" destOrd="0" parTransId="{C96B01D3-41A3-41BC-815D-EAF15873CBEE}" sibTransId="{CCB93BDC-1328-40C4-90BB-4E6CD87FB45A}"/>
    <dgm:cxn modelId="{6B9A5DF3-C52F-4180-8E46-A848AD54FF62}" srcId="{3C995C89-E9FB-4F20-B946-E6B49C02F70C}" destId="{E384B266-E39F-4900-89AC-44A5FF724B5E}" srcOrd="1" destOrd="0" parTransId="{74F1CFF1-E45D-44B9-94BB-DAEE9F098D24}" sibTransId="{0FCB6CFB-04FC-4677-B0F9-89C1150AA123}"/>
    <dgm:cxn modelId="{79D9E5E2-CE9E-4932-BFC8-F6B6646CA871}" type="presParOf" srcId="{4AF3BB5A-3DAB-4BEC-B78D-75924FE55844}" destId="{E6491DE1-1325-4940-AE39-BB902A33CAF0}" srcOrd="0" destOrd="0" presId="urn:microsoft.com/office/officeart/2005/8/layout/hierarchy1"/>
    <dgm:cxn modelId="{0C7CECD4-3246-4ACB-874E-8C5740312043}" type="presParOf" srcId="{E6491DE1-1325-4940-AE39-BB902A33CAF0}" destId="{BE3D017A-CF0E-4BFF-AF76-11F735228435}" srcOrd="0" destOrd="0" presId="urn:microsoft.com/office/officeart/2005/8/layout/hierarchy1"/>
    <dgm:cxn modelId="{A586FCB7-E73D-41D2-9D3E-0DAFAAEFD954}" type="presParOf" srcId="{BE3D017A-CF0E-4BFF-AF76-11F735228435}" destId="{8A29802B-32B2-4FCD-B7CC-D462866EBD3B}" srcOrd="0" destOrd="0" presId="urn:microsoft.com/office/officeart/2005/8/layout/hierarchy1"/>
    <dgm:cxn modelId="{DE70DB03-3138-49CD-AAD7-BA55867B96A6}" type="presParOf" srcId="{BE3D017A-CF0E-4BFF-AF76-11F735228435}" destId="{231487B1-AA2A-4168-9179-09AFBF05E569}" srcOrd="1" destOrd="0" presId="urn:microsoft.com/office/officeart/2005/8/layout/hierarchy1"/>
    <dgm:cxn modelId="{960424FB-A0B2-4DF4-A938-1EAB2023922A}" type="presParOf" srcId="{E6491DE1-1325-4940-AE39-BB902A33CAF0}" destId="{2982DABC-1302-46C6-9320-C44F83FB70DC}" srcOrd="1" destOrd="0" presId="urn:microsoft.com/office/officeart/2005/8/layout/hierarchy1"/>
    <dgm:cxn modelId="{38A9AC43-7646-463C-B38E-2065CD9BE49F}" type="presParOf" srcId="{4AF3BB5A-3DAB-4BEC-B78D-75924FE55844}" destId="{6EBB2ED9-DEF8-4322-91AA-01351AE854DE}" srcOrd="1" destOrd="0" presId="urn:microsoft.com/office/officeart/2005/8/layout/hierarchy1"/>
    <dgm:cxn modelId="{09C187E8-45D9-40F9-9FC5-16F2F7DDC8E7}" type="presParOf" srcId="{6EBB2ED9-DEF8-4322-91AA-01351AE854DE}" destId="{A523BF6A-3F37-472C-B6B8-8B4B27A8790E}" srcOrd="0" destOrd="0" presId="urn:microsoft.com/office/officeart/2005/8/layout/hierarchy1"/>
    <dgm:cxn modelId="{8B7FBB4F-3C14-4FF3-BF68-1BBAB868C85E}" type="presParOf" srcId="{A523BF6A-3F37-472C-B6B8-8B4B27A8790E}" destId="{9C84CA1C-876E-46BB-A012-C99D05448A8E}" srcOrd="0" destOrd="0" presId="urn:microsoft.com/office/officeart/2005/8/layout/hierarchy1"/>
    <dgm:cxn modelId="{2C67B421-ECF5-43CF-86C8-35C63C5617E3}" type="presParOf" srcId="{A523BF6A-3F37-472C-B6B8-8B4B27A8790E}" destId="{2EEB98EB-7B56-43A6-90B7-1D9F89CA1AFE}" srcOrd="1" destOrd="0" presId="urn:microsoft.com/office/officeart/2005/8/layout/hierarchy1"/>
    <dgm:cxn modelId="{2F4DE7B0-0FA5-434C-BD7C-23690CE9AA33}" type="presParOf" srcId="{6EBB2ED9-DEF8-4322-91AA-01351AE854DE}" destId="{61D17F05-F0F3-4FFB-BDAB-5A1DBE51267A}" srcOrd="1" destOrd="0" presId="urn:microsoft.com/office/officeart/2005/8/layout/hierarchy1"/>
    <dgm:cxn modelId="{389D18C4-A1AF-444E-A9C3-914FA7E15D9B}" type="presParOf" srcId="{4AF3BB5A-3DAB-4BEC-B78D-75924FE55844}" destId="{8B3EB8A4-2E4E-4B14-869B-0F5E141FB453}" srcOrd="2" destOrd="0" presId="urn:microsoft.com/office/officeart/2005/8/layout/hierarchy1"/>
    <dgm:cxn modelId="{608E821C-E549-4065-A03C-08D3B48F520E}" type="presParOf" srcId="{8B3EB8A4-2E4E-4B14-869B-0F5E141FB453}" destId="{42965891-309C-4C1D-A2FD-6A417591E428}" srcOrd="0" destOrd="0" presId="urn:microsoft.com/office/officeart/2005/8/layout/hierarchy1"/>
    <dgm:cxn modelId="{13910511-1496-43A8-80E4-D8B4F5D79B3D}" type="presParOf" srcId="{42965891-309C-4C1D-A2FD-6A417591E428}" destId="{3CC23E55-3C6C-4B9B-AB93-3CF85F6669B4}" srcOrd="0" destOrd="0" presId="urn:microsoft.com/office/officeart/2005/8/layout/hierarchy1"/>
    <dgm:cxn modelId="{852B776D-273C-41B8-A1AD-96E733A2A0D2}" type="presParOf" srcId="{42965891-309C-4C1D-A2FD-6A417591E428}" destId="{1F1DC993-2335-43E1-9E76-B930E87D5A2E}" srcOrd="1" destOrd="0" presId="urn:microsoft.com/office/officeart/2005/8/layout/hierarchy1"/>
    <dgm:cxn modelId="{35DA44F1-1F83-4BD6-86C9-E6FD98196EDA}" type="presParOf" srcId="{8B3EB8A4-2E4E-4B14-869B-0F5E141FB453}" destId="{6F44A73C-F4ED-425A-A715-051E96A52B01}" srcOrd="1" destOrd="0" presId="urn:microsoft.com/office/officeart/2005/8/layout/hierarchy1"/>
    <dgm:cxn modelId="{DE0AB97C-D4BB-49CA-8237-9C8EF6CF0FA5}" type="presParOf" srcId="{4AF3BB5A-3DAB-4BEC-B78D-75924FE55844}" destId="{AF1E08B4-A105-4411-878B-D143738435A0}" srcOrd="3" destOrd="0" presId="urn:microsoft.com/office/officeart/2005/8/layout/hierarchy1"/>
    <dgm:cxn modelId="{1A00ED39-6628-46F9-81C4-F571D31DFAB1}" type="presParOf" srcId="{AF1E08B4-A105-4411-878B-D143738435A0}" destId="{55F8F3D4-B9A7-48CE-A579-C4F01824E2C3}" srcOrd="0" destOrd="0" presId="urn:microsoft.com/office/officeart/2005/8/layout/hierarchy1"/>
    <dgm:cxn modelId="{530D2268-AE71-4EB6-A364-FB05B0CC7A0B}" type="presParOf" srcId="{55F8F3D4-B9A7-48CE-A579-C4F01824E2C3}" destId="{3ED266C5-FA78-4680-AD5E-EDC51282F849}" srcOrd="0" destOrd="0" presId="urn:microsoft.com/office/officeart/2005/8/layout/hierarchy1"/>
    <dgm:cxn modelId="{67DDB856-BDE3-43E6-BCDD-E676FDFA7CD7}" type="presParOf" srcId="{55F8F3D4-B9A7-48CE-A579-C4F01824E2C3}" destId="{EC401160-9EF2-4AA8-A64E-8EB5306CAE52}" srcOrd="1" destOrd="0" presId="urn:microsoft.com/office/officeart/2005/8/layout/hierarchy1"/>
    <dgm:cxn modelId="{1258EAD0-2AA4-4807-BCD0-28254701B962}" type="presParOf" srcId="{AF1E08B4-A105-4411-878B-D143738435A0}" destId="{6D868CC4-B459-47AA-B0D5-5E2BE4A89229}" srcOrd="1" destOrd="0" presId="urn:microsoft.com/office/officeart/2005/8/layout/hierarchy1"/>
    <dgm:cxn modelId="{363E852F-A68E-4E3B-A88D-5DD05702C7FF}" type="presParOf" srcId="{4AF3BB5A-3DAB-4BEC-B78D-75924FE55844}" destId="{135B496E-D76F-48D7-8C3B-A9C3CD8D9D0A}" srcOrd="4" destOrd="0" presId="urn:microsoft.com/office/officeart/2005/8/layout/hierarchy1"/>
    <dgm:cxn modelId="{9DD80398-4B8D-4369-A12E-7A2C21EF2E08}" type="presParOf" srcId="{135B496E-D76F-48D7-8C3B-A9C3CD8D9D0A}" destId="{02A8AD76-A09C-4A4C-8321-57C11B70529A}" srcOrd="0" destOrd="0" presId="urn:microsoft.com/office/officeart/2005/8/layout/hierarchy1"/>
    <dgm:cxn modelId="{45BE7DD1-CDD5-4BA3-992D-6676B403ABCD}" type="presParOf" srcId="{02A8AD76-A09C-4A4C-8321-57C11B70529A}" destId="{32B4C187-083D-44F0-9D03-9D8BE376C80C}" srcOrd="0" destOrd="0" presId="urn:microsoft.com/office/officeart/2005/8/layout/hierarchy1"/>
    <dgm:cxn modelId="{5CCBCB1D-8717-45CA-97AE-F6AF8887B4AA}" type="presParOf" srcId="{02A8AD76-A09C-4A4C-8321-57C11B70529A}" destId="{89EF1BFC-3558-4B93-9992-8BEA80FDC61A}" srcOrd="1" destOrd="0" presId="urn:microsoft.com/office/officeart/2005/8/layout/hierarchy1"/>
    <dgm:cxn modelId="{3849C27A-A6D0-4D98-A773-86D44156473A}" type="presParOf" srcId="{135B496E-D76F-48D7-8C3B-A9C3CD8D9D0A}" destId="{401F46C5-7356-40D9-8458-5C3B5ED9C6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3AD129-5CC7-4A67-A146-6C3D0AC0EB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A9497B-403D-49F0-A5D1-D13A2EFA3A70}">
      <dgm:prSet/>
      <dgm:spPr/>
      <dgm:t>
        <a:bodyPr/>
        <a:lstStyle/>
        <a:p>
          <a:r>
            <a:rPr lang="de-DE"/>
            <a:t>Education: Anywhere access to learning.</a:t>
          </a:r>
          <a:endParaRPr lang="en-US"/>
        </a:p>
      </dgm:t>
    </dgm:pt>
    <dgm:pt modelId="{D7BD3046-2C02-40F1-88C3-0261B1CF9A99}" type="parTrans" cxnId="{533A1675-4B1B-4363-9698-1D279C8DD58B}">
      <dgm:prSet/>
      <dgm:spPr/>
      <dgm:t>
        <a:bodyPr/>
        <a:lstStyle/>
        <a:p>
          <a:endParaRPr lang="en-US"/>
        </a:p>
      </dgm:t>
    </dgm:pt>
    <dgm:pt modelId="{1EB10035-CAC4-463B-A0AD-42FC42E5C775}" type="sibTrans" cxnId="{533A1675-4B1B-4363-9698-1D279C8DD58B}">
      <dgm:prSet/>
      <dgm:spPr/>
      <dgm:t>
        <a:bodyPr/>
        <a:lstStyle/>
        <a:p>
          <a:endParaRPr lang="en-US"/>
        </a:p>
      </dgm:t>
    </dgm:pt>
    <dgm:pt modelId="{9BCB0F9A-92FC-41F2-B538-7A926DB42022}">
      <dgm:prSet/>
      <dgm:spPr/>
      <dgm:t>
        <a:bodyPr/>
        <a:lstStyle/>
        <a:p>
          <a:r>
            <a:rPr lang="de-DE"/>
            <a:t>Work: Remote work &amp; digital nomadism.</a:t>
          </a:r>
          <a:endParaRPr lang="en-US"/>
        </a:p>
      </dgm:t>
    </dgm:pt>
    <dgm:pt modelId="{3B00ADAA-FF1D-4ADA-9A23-542327A80F89}" type="parTrans" cxnId="{D09C36FA-D798-4C03-8F35-42E582E1DB74}">
      <dgm:prSet/>
      <dgm:spPr/>
      <dgm:t>
        <a:bodyPr/>
        <a:lstStyle/>
        <a:p>
          <a:endParaRPr lang="en-US"/>
        </a:p>
      </dgm:t>
    </dgm:pt>
    <dgm:pt modelId="{2632475F-FF67-4214-AA52-D98DBF37D3F8}" type="sibTrans" cxnId="{D09C36FA-D798-4C03-8F35-42E582E1DB74}">
      <dgm:prSet/>
      <dgm:spPr/>
      <dgm:t>
        <a:bodyPr/>
        <a:lstStyle/>
        <a:p>
          <a:endParaRPr lang="en-US"/>
        </a:p>
      </dgm:t>
    </dgm:pt>
    <dgm:pt modelId="{F7CDCE9B-4A15-4AE0-BD36-65B4E557281E}">
      <dgm:prSet/>
      <dgm:spPr/>
      <dgm:t>
        <a:bodyPr/>
        <a:lstStyle/>
        <a:p>
          <a:r>
            <a:rPr lang="de-DE"/>
            <a:t>Healthcare: Mobile diagnostics, telemedicine.</a:t>
          </a:r>
          <a:endParaRPr lang="en-US"/>
        </a:p>
      </dgm:t>
    </dgm:pt>
    <dgm:pt modelId="{55DB5564-51F3-4C3C-A8A8-39A86E99EB04}" type="parTrans" cxnId="{48AAD163-C9E3-4EE9-A841-15F7CC26D2DE}">
      <dgm:prSet/>
      <dgm:spPr/>
      <dgm:t>
        <a:bodyPr/>
        <a:lstStyle/>
        <a:p>
          <a:endParaRPr lang="en-US"/>
        </a:p>
      </dgm:t>
    </dgm:pt>
    <dgm:pt modelId="{41260A84-0532-4E47-8CED-90A62E9AAC7F}" type="sibTrans" cxnId="{48AAD163-C9E3-4EE9-A841-15F7CC26D2DE}">
      <dgm:prSet/>
      <dgm:spPr/>
      <dgm:t>
        <a:bodyPr/>
        <a:lstStyle/>
        <a:p>
          <a:endParaRPr lang="en-US"/>
        </a:p>
      </dgm:t>
    </dgm:pt>
    <dgm:pt modelId="{938E9B44-C183-4123-96EF-6241042F3EF9}">
      <dgm:prSet/>
      <dgm:spPr/>
      <dgm:t>
        <a:bodyPr/>
        <a:lstStyle/>
        <a:p>
          <a:r>
            <a:rPr lang="de-DE"/>
            <a:t>Communication: Always connected.</a:t>
          </a:r>
          <a:endParaRPr lang="en-US"/>
        </a:p>
      </dgm:t>
    </dgm:pt>
    <dgm:pt modelId="{3AC2200C-E2F5-4CF6-98A4-A9678C053258}" type="parTrans" cxnId="{F7F1CC80-13C8-4D3C-8907-9CB5EDDCB3C4}">
      <dgm:prSet/>
      <dgm:spPr/>
      <dgm:t>
        <a:bodyPr/>
        <a:lstStyle/>
        <a:p>
          <a:endParaRPr lang="en-US"/>
        </a:p>
      </dgm:t>
    </dgm:pt>
    <dgm:pt modelId="{B1F0447D-4145-4D55-BC34-4D501F5EBC66}" type="sibTrans" cxnId="{F7F1CC80-13C8-4D3C-8907-9CB5EDDCB3C4}">
      <dgm:prSet/>
      <dgm:spPr/>
      <dgm:t>
        <a:bodyPr/>
        <a:lstStyle/>
        <a:p>
          <a:endParaRPr lang="en-US"/>
        </a:p>
      </dgm:t>
    </dgm:pt>
    <dgm:pt modelId="{44BEFEE7-3A9D-458A-AB7E-63B51E2F7647}" type="pres">
      <dgm:prSet presAssocID="{AC3AD129-5CC7-4A67-A146-6C3D0AC0EB67}" presName="root" presStyleCnt="0">
        <dgm:presLayoutVars>
          <dgm:dir/>
          <dgm:resizeHandles val="exact"/>
        </dgm:presLayoutVars>
      </dgm:prSet>
      <dgm:spPr/>
    </dgm:pt>
    <dgm:pt modelId="{ED742ACE-545F-4E00-B609-1163813A0F75}" type="pres">
      <dgm:prSet presAssocID="{5AA9497B-403D-49F0-A5D1-D13A2EFA3A70}" presName="compNode" presStyleCnt="0"/>
      <dgm:spPr/>
    </dgm:pt>
    <dgm:pt modelId="{4EC8DB77-D471-4531-BB5A-672EADF86604}" type="pres">
      <dgm:prSet presAssocID="{5AA9497B-403D-49F0-A5D1-D13A2EFA3A70}" presName="bgRect" presStyleLbl="bgShp" presStyleIdx="0" presStyleCnt="4"/>
      <dgm:spPr/>
    </dgm:pt>
    <dgm:pt modelId="{5378EEA8-C9D5-4245-92FE-42160D0A1A33}" type="pres">
      <dgm:prSet presAssocID="{5AA9497B-403D-49F0-A5D1-D13A2EFA3A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enzimmer"/>
        </a:ext>
      </dgm:extLst>
    </dgm:pt>
    <dgm:pt modelId="{5110E48E-39F1-468D-A90F-0E2D508C6022}" type="pres">
      <dgm:prSet presAssocID="{5AA9497B-403D-49F0-A5D1-D13A2EFA3A70}" presName="spaceRect" presStyleCnt="0"/>
      <dgm:spPr/>
    </dgm:pt>
    <dgm:pt modelId="{95791F4C-49A7-4F8D-9969-0CA5F297730A}" type="pres">
      <dgm:prSet presAssocID="{5AA9497B-403D-49F0-A5D1-D13A2EFA3A70}" presName="parTx" presStyleLbl="revTx" presStyleIdx="0" presStyleCnt="4">
        <dgm:presLayoutVars>
          <dgm:chMax val="0"/>
          <dgm:chPref val="0"/>
        </dgm:presLayoutVars>
      </dgm:prSet>
      <dgm:spPr/>
    </dgm:pt>
    <dgm:pt modelId="{CC228AAF-39C7-4846-8A28-6DB74797AC20}" type="pres">
      <dgm:prSet presAssocID="{1EB10035-CAC4-463B-A0AD-42FC42E5C775}" presName="sibTrans" presStyleCnt="0"/>
      <dgm:spPr/>
    </dgm:pt>
    <dgm:pt modelId="{838BFF54-3CE5-40AD-AF61-23F9A566019A}" type="pres">
      <dgm:prSet presAssocID="{9BCB0F9A-92FC-41F2-B538-7A926DB42022}" presName="compNode" presStyleCnt="0"/>
      <dgm:spPr/>
    </dgm:pt>
    <dgm:pt modelId="{89D6674F-DAEC-41CD-82B9-C3FAE56619EC}" type="pres">
      <dgm:prSet presAssocID="{9BCB0F9A-92FC-41F2-B538-7A926DB42022}" presName="bgRect" presStyleLbl="bgShp" presStyleIdx="1" presStyleCnt="4"/>
      <dgm:spPr/>
    </dgm:pt>
    <dgm:pt modelId="{2E4C43B4-0E8F-42BE-9CE7-F72C6652AB98}" type="pres">
      <dgm:prSet presAssocID="{9BCB0F9A-92FC-41F2-B538-7A926DB420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41EC526A-0DE7-4B27-A066-1B502BF2CF38}" type="pres">
      <dgm:prSet presAssocID="{9BCB0F9A-92FC-41F2-B538-7A926DB42022}" presName="spaceRect" presStyleCnt="0"/>
      <dgm:spPr/>
    </dgm:pt>
    <dgm:pt modelId="{276952D8-B208-4A24-AF5E-64D852785A29}" type="pres">
      <dgm:prSet presAssocID="{9BCB0F9A-92FC-41F2-B538-7A926DB42022}" presName="parTx" presStyleLbl="revTx" presStyleIdx="1" presStyleCnt="4">
        <dgm:presLayoutVars>
          <dgm:chMax val="0"/>
          <dgm:chPref val="0"/>
        </dgm:presLayoutVars>
      </dgm:prSet>
      <dgm:spPr/>
    </dgm:pt>
    <dgm:pt modelId="{892C7DF3-8B24-4134-A7C7-AA7B55F72CF4}" type="pres">
      <dgm:prSet presAssocID="{2632475F-FF67-4214-AA52-D98DBF37D3F8}" presName="sibTrans" presStyleCnt="0"/>
      <dgm:spPr/>
    </dgm:pt>
    <dgm:pt modelId="{0AF7C117-952A-4BE9-81E4-61191BE1FA5E}" type="pres">
      <dgm:prSet presAssocID="{F7CDCE9B-4A15-4AE0-BD36-65B4E557281E}" presName="compNode" presStyleCnt="0"/>
      <dgm:spPr/>
    </dgm:pt>
    <dgm:pt modelId="{D125989D-3117-4603-AB5D-EFFD15D31587}" type="pres">
      <dgm:prSet presAssocID="{F7CDCE9B-4A15-4AE0-BD36-65B4E557281E}" presName="bgRect" presStyleLbl="bgShp" presStyleIdx="2" presStyleCnt="4"/>
      <dgm:spPr/>
    </dgm:pt>
    <dgm:pt modelId="{4FA364AF-19F5-408E-9DA5-4990823864FE}" type="pres">
      <dgm:prSet presAssocID="{F7CDCE9B-4A15-4AE0-BD36-65B4E55728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kop"/>
        </a:ext>
      </dgm:extLst>
    </dgm:pt>
    <dgm:pt modelId="{825AA242-CB3E-4972-9337-D19B0B145E15}" type="pres">
      <dgm:prSet presAssocID="{F7CDCE9B-4A15-4AE0-BD36-65B4E557281E}" presName="spaceRect" presStyleCnt="0"/>
      <dgm:spPr/>
    </dgm:pt>
    <dgm:pt modelId="{10CFB8D7-2A9B-4010-9430-847EA2A9F28E}" type="pres">
      <dgm:prSet presAssocID="{F7CDCE9B-4A15-4AE0-BD36-65B4E557281E}" presName="parTx" presStyleLbl="revTx" presStyleIdx="2" presStyleCnt="4">
        <dgm:presLayoutVars>
          <dgm:chMax val="0"/>
          <dgm:chPref val="0"/>
        </dgm:presLayoutVars>
      </dgm:prSet>
      <dgm:spPr/>
    </dgm:pt>
    <dgm:pt modelId="{B0C940D6-E35F-4D39-B65B-A131D71DAB82}" type="pres">
      <dgm:prSet presAssocID="{41260A84-0532-4E47-8CED-90A62E9AAC7F}" presName="sibTrans" presStyleCnt="0"/>
      <dgm:spPr/>
    </dgm:pt>
    <dgm:pt modelId="{05AF120A-B0DC-44D9-9366-1D78EB44B2B4}" type="pres">
      <dgm:prSet presAssocID="{938E9B44-C183-4123-96EF-6241042F3EF9}" presName="compNode" presStyleCnt="0"/>
      <dgm:spPr/>
    </dgm:pt>
    <dgm:pt modelId="{7AC49432-007F-47CF-B08A-61418182BC07}" type="pres">
      <dgm:prSet presAssocID="{938E9B44-C183-4123-96EF-6241042F3EF9}" presName="bgRect" presStyleLbl="bgShp" presStyleIdx="3" presStyleCnt="4"/>
      <dgm:spPr/>
    </dgm:pt>
    <dgm:pt modelId="{C14683DA-DA7A-444C-8368-542A7F56DCD7}" type="pres">
      <dgm:prSet presAssocID="{938E9B44-C183-4123-96EF-6241042F3E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bindungen"/>
        </a:ext>
      </dgm:extLst>
    </dgm:pt>
    <dgm:pt modelId="{C28CA2AF-29AE-4AED-B824-C20F4F18D5D4}" type="pres">
      <dgm:prSet presAssocID="{938E9B44-C183-4123-96EF-6241042F3EF9}" presName="spaceRect" presStyleCnt="0"/>
      <dgm:spPr/>
    </dgm:pt>
    <dgm:pt modelId="{6FCFC400-E2B0-45A5-B2AF-F65F4DD62C5F}" type="pres">
      <dgm:prSet presAssocID="{938E9B44-C183-4123-96EF-6241042F3EF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49BF52C-E4D2-490A-A39A-362E79E1F38C}" type="presOf" srcId="{5AA9497B-403D-49F0-A5D1-D13A2EFA3A70}" destId="{95791F4C-49A7-4F8D-9969-0CA5F297730A}" srcOrd="0" destOrd="0" presId="urn:microsoft.com/office/officeart/2018/2/layout/IconVerticalSolidList"/>
    <dgm:cxn modelId="{48AAD163-C9E3-4EE9-A841-15F7CC26D2DE}" srcId="{AC3AD129-5CC7-4A67-A146-6C3D0AC0EB67}" destId="{F7CDCE9B-4A15-4AE0-BD36-65B4E557281E}" srcOrd="2" destOrd="0" parTransId="{55DB5564-51F3-4C3C-A8A8-39A86E99EB04}" sibTransId="{41260A84-0532-4E47-8CED-90A62E9AAC7F}"/>
    <dgm:cxn modelId="{AA82CC52-72C4-40DB-A176-9879DFE2689D}" type="presOf" srcId="{9BCB0F9A-92FC-41F2-B538-7A926DB42022}" destId="{276952D8-B208-4A24-AF5E-64D852785A29}" srcOrd="0" destOrd="0" presId="urn:microsoft.com/office/officeart/2018/2/layout/IconVerticalSolidList"/>
    <dgm:cxn modelId="{533A1675-4B1B-4363-9698-1D279C8DD58B}" srcId="{AC3AD129-5CC7-4A67-A146-6C3D0AC0EB67}" destId="{5AA9497B-403D-49F0-A5D1-D13A2EFA3A70}" srcOrd="0" destOrd="0" parTransId="{D7BD3046-2C02-40F1-88C3-0261B1CF9A99}" sibTransId="{1EB10035-CAC4-463B-A0AD-42FC42E5C775}"/>
    <dgm:cxn modelId="{F7F1CC80-13C8-4D3C-8907-9CB5EDDCB3C4}" srcId="{AC3AD129-5CC7-4A67-A146-6C3D0AC0EB67}" destId="{938E9B44-C183-4123-96EF-6241042F3EF9}" srcOrd="3" destOrd="0" parTransId="{3AC2200C-E2F5-4CF6-98A4-A9678C053258}" sibTransId="{B1F0447D-4145-4D55-BC34-4D501F5EBC66}"/>
    <dgm:cxn modelId="{806AFFA2-1CD8-43E2-9C79-8068B4E2347A}" type="presOf" srcId="{AC3AD129-5CC7-4A67-A146-6C3D0AC0EB67}" destId="{44BEFEE7-3A9D-458A-AB7E-63B51E2F7647}" srcOrd="0" destOrd="0" presId="urn:microsoft.com/office/officeart/2018/2/layout/IconVerticalSolidList"/>
    <dgm:cxn modelId="{487B53B8-8304-4449-B5B7-EE2668C55A6F}" type="presOf" srcId="{938E9B44-C183-4123-96EF-6241042F3EF9}" destId="{6FCFC400-E2B0-45A5-B2AF-F65F4DD62C5F}" srcOrd="0" destOrd="0" presId="urn:microsoft.com/office/officeart/2018/2/layout/IconVerticalSolidList"/>
    <dgm:cxn modelId="{FFD7B1F9-1CDA-436F-874A-23EDBAE9A127}" type="presOf" srcId="{F7CDCE9B-4A15-4AE0-BD36-65B4E557281E}" destId="{10CFB8D7-2A9B-4010-9430-847EA2A9F28E}" srcOrd="0" destOrd="0" presId="urn:microsoft.com/office/officeart/2018/2/layout/IconVerticalSolidList"/>
    <dgm:cxn modelId="{D09C36FA-D798-4C03-8F35-42E582E1DB74}" srcId="{AC3AD129-5CC7-4A67-A146-6C3D0AC0EB67}" destId="{9BCB0F9A-92FC-41F2-B538-7A926DB42022}" srcOrd="1" destOrd="0" parTransId="{3B00ADAA-FF1D-4ADA-9A23-542327A80F89}" sibTransId="{2632475F-FF67-4214-AA52-D98DBF37D3F8}"/>
    <dgm:cxn modelId="{BBCC8D12-ED6F-4539-95AA-1E8A5E44953B}" type="presParOf" srcId="{44BEFEE7-3A9D-458A-AB7E-63B51E2F7647}" destId="{ED742ACE-545F-4E00-B609-1163813A0F75}" srcOrd="0" destOrd="0" presId="urn:microsoft.com/office/officeart/2018/2/layout/IconVerticalSolidList"/>
    <dgm:cxn modelId="{88D794CF-37F6-4864-B58E-5496308BCBA5}" type="presParOf" srcId="{ED742ACE-545F-4E00-B609-1163813A0F75}" destId="{4EC8DB77-D471-4531-BB5A-672EADF86604}" srcOrd="0" destOrd="0" presId="urn:microsoft.com/office/officeart/2018/2/layout/IconVerticalSolidList"/>
    <dgm:cxn modelId="{8F83730A-FF1D-4125-9561-6C675C40623F}" type="presParOf" srcId="{ED742ACE-545F-4E00-B609-1163813A0F75}" destId="{5378EEA8-C9D5-4245-92FE-42160D0A1A33}" srcOrd="1" destOrd="0" presId="urn:microsoft.com/office/officeart/2018/2/layout/IconVerticalSolidList"/>
    <dgm:cxn modelId="{DBD3260F-FA27-4237-A05E-A5C6B408A922}" type="presParOf" srcId="{ED742ACE-545F-4E00-B609-1163813A0F75}" destId="{5110E48E-39F1-468D-A90F-0E2D508C6022}" srcOrd="2" destOrd="0" presId="urn:microsoft.com/office/officeart/2018/2/layout/IconVerticalSolidList"/>
    <dgm:cxn modelId="{4798C659-6E40-4A61-81E6-8EC54DFEFD6E}" type="presParOf" srcId="{ED742ACE-545F-4E00-B609-1163813A0F75}" destId="{95791F4C-49A7-4F8D-9969-0CA5F297730A}" srcOrd="3" destOrd="0" presId="urn:microsoft.com/office/officeart/2018/2/layout/IconVerticalSolidList"/>
    <dgm:cxn modelId="{E8EC2F7D-452C-4940-8F15-1A928FC21F4B}" type="presParOf" srcId="{44BEFEE7-3A9D-458A-AB7E-63B51E2F7647}" destId="{CC228AAF-39C7-4846-8A28-6DB74797AC20}" srcOrd="1" destOrd="0" presId="urn:microsoft.com/office/officeart/2018/2/layout/IconVerticalSolidList"/>
    <dgm:cxn modelId="{E80F7013-97EF-4F26-A19E-7E3A912BD77C}" type="presParOf" srcId="{44BEFEE7-3A9D-458A-AB7E-63B51E2F7647}" destId="{838BFF54-3CE5-40AD-AF61-23F9A566019A}" srcOrd="2" destOrd="0" presId="urn:microsoft.com/office/officeart/2018/2/layout/IconVerticalSolidList"/>
    <dgm:cxn modelId="{38A07794-B941-4255-A72B-6C6818C4BC49}" type="presParOf" srcId="{838BFF54-3CE5-40AD-AF61-23F9A566019A}" destId="{89D6674F-DAEC-41CD-82B9-C3FAE56619EC}" srcOrd="0" destOrd="0" presId="urn:microsoft.com/office/officeart/2018/2/layout/IconVerticalSolidList"/>
    <dgm:cxn modelId="{93E5223C-AC2A-4435-950E-CBAF0630D7BF}" type="presParOf" srcId="{838BFF54-3CE5-40AD-AF61-23F9A566019A}" destId="{2E4C43B4-0E8F-42BE-9CE7-F72C6652AB98}" srcOrd="1" destOrd="0" presId="urn:microsoft.com/office/officeart/2018/2/layout/IconVerticalSolidList"/>
    <dgm:cxn modelId="{4094DF95-1BCA-4EEB-9F68-4A041A39B3E5}" type="presParOf" srcId="{838BFF54-3CE5-40AD-AF61-23F9A566019A}" destId="{41EC526A-0DE7-4B27-A066-1B502BF2CF38}" srcOrd="2" destOrd="0" presId="urn:microsoft.com/office/officeart/2018/2/layout/IconVerticalSolidList"/>
    <dgm:cxn modelId="{0F17C0BC-FA80-4AFF-BFBF-BA6A4617A311}" type="presParOf" srcId="{838BFF54-3CE5-40AD-AF61-23F9A566019A}" destId="{276952D8-B208-4A24-AF5E-64D852785A29}" srcOrd="3" destOrd="0" presId="urn:microsoft.com/office/officeart/2018/2/layout/IconVerticalSolidList"/>
    <dgm:cxn modelId="{A39852AE-95B6-42DA-99CA-62551305D9DF}" type="presParOf" srcId="{44BEFEE7-3A9D-458A-AB7E-63B51E2F7647}" destId="{892C7DF3-8B24-4134-A7C7-AA7B55F72CF4}" srcOrd="3" destOrd="0" presId="urn:microsoft.com/office/officeart/2018/2/layout/IconVerticalSolidList"/>
    <dgm:cxn modelId="{25107C07-2192-4C40-BFC6-D0BA3C6A141E}" type="presParOf" srcId="{44BEFEE7-3A9D-458A-AB7E-63B51E2F7647}" destId="{0AF7C117-952A-4BE9-81E4-61191BE1FA5E}" srcOrd="4" destOrd="0" presId="urn:microsoft.com/office/officeart/2018/2/layout/IconVerticalSolidList"/>
    <dgm:cxn modelId="{08D9362C-8DCA-4ECE-8D38-934601767284}" type="presParOf" srcId="{0AF7C117-952A-4BE9-81E4-61191BE1FA5E}" destId="{D125989D-3117-4603-AB5D-EFFD15D31587}" srcOrd="0" destOrd="0" presId="urn:microsoft.com/office/officeart/2018/2/layout/IconVerticalSolidList"/>
    <dgm:cxn modelId="{F79FF424-F0F4-4425-8EF6-BE530DA49387}" type="presParOf" srcId="{0AF7C117-952A-4BE9-81E4-61191BE1FA5E}" destId="{4FA364AF-19F5-408E-9DA5-4990823864FE}" srcOrd="1" destOrd="0" presId="urn:microsoft.com/office/officeart/2018/2/layout/IconVerticalSolidList"/>
    <dgm:cxn modelId="{D5BBDE5A-6EBD-4D40-9600-08729CFCA0B6}" type="presParOf" srcId="{0AF7C117-952A-4BE9-81E4-61191BE1FA5E}" destId="{825AA242-CB3E-4972-9337-D19B0B145E15}" srcOrd="2" destOrd="0" presId="urn:microsoft.com/office/officeart/2018/2/layout/IconVerticalSolidList"/>
    <dgm:cxn modelId="{1780E5A8-B37F-47A2-88A7-19EFA79AC9FC}" type="presParOf" srcId="{0AF7C117-952A-4BE9-81E4-61191BE1FA5E}" destId="{10CFB8D7-2A9B-4010-9430-847EA2A9F28E}" srcOrd="3" destOrd="0" presId="urn:microsoft.com/office/officeart/2018/2/layout/IconVerticalSolidList"/>
    <dgm:cxn modelId="{3DAE75DA-D8C9-42CB-A7BD-10C7BE4B9B29}" type="presParOf" srcId="{44BEFEE7-3A9D-458A-AB7E-63B51E2F7647}" destId="{B0C940D6-E35F-4D39-B65B-A131D71DAB82}" srcOrd="5" destOrd="0" presId="urn:microsoft.com/office/officeart/2018/2/layout/IconVerticalSolidList"/>
    <dgm:cxn modelId="{5186CCA2-6E5E-4399-9E64-2552B5288545}" type="presParOf" srcId="{44BEFEE7-3A9D-458A-AB7E-63B51E2F7647}" destId="{05AF120A-B0DC-44D9-9366-1D78EB44B2B4}" srcOrd="6" destOrd="0" presId="urn:microsoft.com/office/officeart/2018/2/layout/IconVerticalSolidList"/>
    <dgm:cxn modelId="{8C09A416-AD34-4027-B7EA-8EFA7E486896}" type="presParOf" srcId="{05AF120A-B0DC-44D9-9366-1D78EB44B2B4}" destId="{7AC49432-007F-47CF-B08A-61418182BC07}" srcOrd="0" destOrd="0" presId="urn:microsoft.com/office/officeart/2018/2/layout/IconVerticalSolidList"/>
    <dgm:cxn modelId="{9C1C66ED-D4E6-44D9-80B5-BB80A6E7B1B8}" type="presParOf" srcId="{05AF120A-B0DC-44D9-9366-1D78EB44B2B4}" destId="{C14683DA-DA7A-444C-8368-542A7F56DCD7}" srcOrd="1" destOrd="0" presId="urn:microsoft.com/office/officeart/2018/2/layout/IconVerticalSolidList"/>
    <dgm:cxn modelId="{5AD259B2-4888-4112-9946-C2199079DDFA}" type="presParOf" srcId="{05AF120A-B0DC-44D9-9366-1D78EB44B2B4}" destId="{C28CA2AF-29AE-4AED-B824-C20F4F18D5D4}" srcOrd="2" destOrd="0" presId="urn:microsoft.com/office/officeart/2018/2/layout/IconVerticalSolidList"/>
    <dgm:cxn modelId="{319597F8-12E3-432E-B34A-C7EA4648FEE1}" type="presParOf" srcId="{05AF120A-B0DC-44D9-9366-1D78EB44B2B4}" destId="{6FCFC400-E2B0-45A5-B2AF-F65F4DD62C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B25F8-FEC7-4F6A-AC06-B4D5113078D4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4DB3D-37A6-4E74-AA2B-3824995F52BD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69997-7553-427C-BF6F-AFF8A9854B66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A </a:t>
          </a:r>
          <a:r>
            <a:rPr lang="de-DE" sz="2500" kern="1200" dirty="0" err="1"/>
            <a:t>computer</a:t>
          </a:r>
          <a:r>
            <a:rPr lang="de-DE" sz="2500" kern="1200" dirty="0"/>
            <a:t> </a:t>
          </a:r>
          <a:r>
            <a:rPr lang="de-DE" sz="2500" kern="1200" dirty="0" err="1"/>
            <a:t>designed</a:t>
          </a:r>
          <a:r>
            <a:rPr lang="de-DE" sz="2500" kern="1200" dirty="0"/>
            <a:t> </a:t>
          </a:r>
          <a:r>
            <a:rPr lang="de-DE" sz="2500" kern="1200" dirty="0" err="1"/>
            <a:t>to</a:t>
          </a:r>
          <a:r>
            <a:rPr lang="de-DE" sz="2500" kern="1200" dirty="0"/>
            <a:t> </a:t>
          </a:r>
          <a:r>
            <a:rPr lang="de-DE" sz="2500" kern="1200" dirty="0" err="1"/>
            <a:t>be</a:t>
          </a:r>
          <a:r>
            <a:rPr lang="de-DE" sz="2500" kern="1200" dirty="0"/>
            <a:t> </a:t>
          </a:r>
          <a:r>
            <a:rPr lang="de-DE" sz="2500" kern="1200" dirty="0" err="1"/>
            <a:t>easily</a:t>
          </a:r>
          <a:r>
            <a:rPr lang="de-DE" sz="2500" kern="1200" dirty="0"/>
            <a:t> </a:t>
          </a:r>
          <a:r>
            <a:rPr lang="de-DE" sz="2500" kern="1200" dirty="0" err="1"/>
            <a:t>carried</a:t>
          </a:r>
          <a:r>
            <a:rPr lang="de-DE" sz="2500" kern="1200" dirty="0"/>
            <a:t> and </a:t>
          </a:r>
          <a:r>
            <a:rPr lang="de-DE" sz="2500" kern="1200" dirty="0" err="1"/>
            <a:t>used</a:t>
          </a:r>
          <a:r>
            <a:rPr lang="de-DE" sz="2500" kern="1200" dirty="0"/>
            <a:t> </a:t>
          </a:r>
          <a:r>
            <a:rPr lang="de-DE" sz="2500" kern="1200" dirty="0" err="1"/>
            <a:t>anywhere</a:t>
          </a:r>
          <a:r>
            <a:rPr lang="de-DE" sz="2500" kern="1200" dirty="0"/>
            <a:t>.</a:t>
          </a:r>
          <a:endParaRPr lang="en-US" sz="2500" kern="1200" dirty="0"/>
        </a:p>
      </dsp:txBody>
      <dsp:txXfrm>
        <a:off x="1686304" y="623"/>
        <a:ext cx="5530111" cy="1460003"/>
      </dsp:txXfrm>
    </dsp:sp>
    <dsp:sp modelId="{673081C9-5752-406A-90DD-1011112A3286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D3546-911C-4631-847C-01654FC8B80D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67DE1-9173-465F-83AB-9D2168C4CF31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Runs on </a:t>
          </a:r>
          <a:r>
            <a:rPr lang="de-DE" sz="2500" kern="1200" dirty="0" err="1"/>
            <a:t>battery</a:t>
          </a:r>
          <a:r>
            <a:rPr lang="de-DE" sz="2500" kern="1200" dirty="0"/>
            <a:t>.</a:t>
          </a:r>
          <a:endParaRPr lang="en-US" sz="2500" kern="1200" dirty="0">
            <a:latin typeface="Grandview Display"/>
          </a:endParaRPr>
        </a:p>
      </dsp:txBody>
      <dsp:txXfrm>
        <a:off x="1686304" y="1825628"/>
        <a:ext cx="5530111" cy="1460003"/>
      </dsp:txXfrm>
    </dsp:sp>
    <dsp:sp modelId="{E5A82614-EFDB-424A-B843-96FDADEC9A6F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9DF59F-CD2E-4316-935B-6EF3D51E036E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E5FD4F-C794-4198-A460-8AA84870EE7C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Has</a:t>
          </a:r>
          <a:r>
            <a:rPr lang="de-DE" sz="2500" kern="1200" dirty="0"/>
            <a:t> an </a:t>
          </a:r>
          <a:r>
            <a:rPr lang="de-DE" sz="2500" kern="1200" dirty="0" err="1"/>
            <a:t>integrated</a:t>
          </a:r>
          <a:r>
            <a:rPr lang="de-DE" sz="2500" kern="1200" dirty="0"/>
            <a:t> screen, </a:t>
          </a:r>
          <a:r>
            <a:rPr lang="de-DE" sz="2500" kern="1200" dirty="0" err="1"/>
            <a:t>keyboard</a:t>
          </a:r>
          <a:r>
            <a:rPr lang="de-DE" sz="2500" kern="1200" dirty="0"/>
            <a:t>, and </a:t>
          </a:r>
          <a:r>
            <a:rPr lang="de-DE" sz="2500" kern="1200" dirty="0" err="1"/>
            <a:t>often</a:t>
          </a:r>
          <a:r>
            <a:rPr lang="de-DE" sz="2500" kern="1200" dirty="0"/>
            <a:t> a </a:t>
          </a:r>
          <a:r>
            <a:rPr lang="de-DE" sz="2500" kern="1200" dirty="0" err="1"/>
            <a:t>touchpad</a:t>
          </a:r>
          <a:r>
            <a:rPr lang="de-DE" sz="2500" kern="1200" dirty="0"/>
            <a:t>.</a:t>
          </a:r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C7029-3DA9-4E33-8CF1-6BA637B8058B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2B8F7-EBBD-4D9D-8439-AA46BFF6934B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66A0D-8E94-4132-90C3-354DC2FE0651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Weight: 11kg -&gt; 1.2kg</a:t>
          </a:r>
          <a:endParaRPr lang="en-US" sz="2200" kern="1200"/>
        </a:p>
      </dsp:txBody>
      <dsp:txXfrm>
        <a:off x="1241811" y="2121"/>
        <a:ext cx="5974604" cy="1075161"/>
      </dsp:txXfrm>
    </dsp:sp>
    <dsp:sp modelId="{9AFB508B-51DD-49E4-B804-20895A44F53C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0D5FE-704A-4E51-92C9-3D6D8C2FB2DA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0041F-736B-47F3-B393-AD5A2BA752C4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Ram: 64KB -&gt; 16GB</a:t>
          </a:r>
          <a:endParaRPr lang="en-US" sz="2200" kern="1200"/>
        </a:p>
      </dsp:txBody>
      <dsp:txXfrm>
        <a:off x="1241811" y="1346073"/>
        <a:ext cx="5974604" cy="1075161"/>
      </dsp:txXfrm>
    </dsp:sp>
    <dsp:sp modelId="{D8BAD04E-45F8-496A-AF19-5A09F99A6D21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96948-F693-4421-A6D1-206AAD17B8E5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2C501-84DE-4080-A6AC-0E3BB4A6B328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Storage: 182KB -&gt; 512GB</a:t>
          </a:r>
          <a:endParaRPr lang="en-US" sz="2200" kern="1200"/>
        </a:p>
      </dsp:txBody>
      <dsp:txXfrm>
        <a:off x="1241811" y="2690025"/>
        <a:ext cx="5974604" cy="1075161"/>
      </dsp:txXfrm>
    </dsp:sp>
    <dsp:sp modelId="{FD6E27F6-4876-474A-87D7-29495EFBCD95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B5A27F-F5FD-4C1B-BF17-E8714738A6C8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1C2D0-AA76-4589-860A-2F78E08A397C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Battery: None -&gt; 18hours</a:t>
          </a:r>
          <a:endParaRPr lang="en-US" sz="2200" kern="1200"/>
        </a:p>
      </dsp:txBody>
      <dsp:txXfrm>
        <a:off x="1241811" y="4033977"/>
        <a:ext cx="5974604" cy="1075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D877B-E11D-4CD8-88E7-13337F0A10DE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7E770-22F7-45A1-9755-F0D16F7CE1E9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54B90-E403-4BDB-B637-536D23E988B8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Many </a:t>
          </a:r>
          <a:r>
            <a:rPr lang="de-DE" sz="2500" kern="1200" dirty="0" err="1"/>
            <a:t>components</a:t>
          </a:r>
          <a:r>
            <a:rPr lang="de-DE" sz="2500" kern="1200" dirty="0"/>
            <a:t> </a:t>
          </a:r>
          <a:r>
            <a:rPr lang="de-DE" sz="2500" kern="1200" dirty="0" err="1"/>
            <a:t>soldered</a:t>
          </a:r>
          <a:r>
            <a:rPr lang="de-DE" sz="2500" kern="1200" dirty="0"/>
            <a:t> </a:t>
          </a:r>
          <a:r>
            <a:rPr lang="de-DE" sz="2500" kern="1200" dirty="0" err="1"/>
            <a:t>directly</a:t>
          </a:r>
          <a:r>
            <a:rPr lang="de-DE" sz="2500" kern="1200" dirty="0"/>
            <a:t>: CPU, GPU, RAM, </a:t>
          </a:r>
          <a:r>
            <a:rPr lang="de-DE" sz="2500" kern="1200" dirty="0" err="1"/>
            <a:t>storage</a:t>
          </a:r>
          <a:r>
            <a:rPr lang="de-DE" sz="2500" kern="1200" dirty="0"/>
            <a:t>.</a:t>
          </a:r>
          <a:endParaRPr lang="en-US" sz="2500" kern="1200" dirty="0"/>
        </a:p>
      </dsp:txBody>
      <dsp:txXfrm>
        <a:off x="1686304" y="623"/>
        <a:ext cx="5530111" cy="1460003"/>
      </dsp:txXfrm>
    </dsp:sp>
    <dsp:sp modelId="{27AD8A68-A832-4742-8B8B-9BE797794197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C0277-5A9A-4326-B87F-A17661C10C65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EB3F8-4629-478E-87E3-949700DF0438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Pros: </a:t>
          </a:r>
          <a:r>
            <a:rPr lang="de-DE" sz="2500" kern="1200" dirty="0" err="1"/>
            <a:t>Saves</a:t>
          </a:r>
          <a:r>
            <a:rPr lang="de-DE" sz="2500" kern="1200" dirty="0"/>
            <a:t> </a:t>
          </a:r>
          <a:r>
            <a:rPr lang="de-DE" sz="2500" kern="1200" dirty="0" err="1"/>
            <a:t>space</a:t>
          </a:r>
          <a:r>
            <a:rPr lang="de-DE" sz="2500" kern="1200" dirty="0"/>
            <a:t>, </a:t>
          </a:r>
          <a:r>
            <a:rPr lang="de-DE" sz="2500" kern="1200" dirty="0" err="1"/>
            <a:t>lower</a:t>
          </a:r>
          <a:r>
            <a:rPr lang="de-DE" sz="2500" kern="1200" dirty="0"/>
            <a:t> power </a:t>
          </a:r>
          <a:r>
            <a:rPr lang="de-DE" sz="2500" kern="1200" dirty="0" err="1"/>
            <a:t>consumption</a:t>
          </a:r>
          <a:r>
            <a:rPr lang="de-DE" sz="2500" kern="1200" dirty="0"/>
            <a:t>.</a:t>
          </a:r>
          <a:endParaRPr lang="en-US" sz="2500" kern="1200" dirty="0">
            <a:latin typeface="Grandview Display"/>
          </a:endParaRPr>
        </a:p>
      </dsp:txBody>
      <dsp:txXfrm>
        <a:off x="1686304" y="1825628"/>
        <a:ext cx="5530111" cy="1460003"/>
      </dsp:txXfrm>
    </dsp:sp>
    <dsp:sp modelId="{90A0B77A-F3CF-4F9A-8CC7-0117A61C9026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FBD09-2E2D-4A8E-B787-7D24F59B87B2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1BC46-E30E-44A5-8BDF-C65B8AC23007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Cons</a:t>
          </a:r>
          <a:r>
            <a:rPr lang="de-DE" sz="2500" kern="1200" dirty="0"/>
            <a:t>: Limited </a:t>
          </a:r>
          <a:r>
            <a:rPr lang="de-DE" sz="2500" kern="1200" dirty="0" err="1"/>
            <a:t>upgrades</a:t>
          </a:r>
          <a:r>
            <a:rPr lang="de-DE" sz="2500" kern="1200" dirty="0"/>
            <a:t>, </a:t>
          </a:r>
          <a:r>
            <a:rPr lang="de-DE" sz="2500" kern="1200" dirty="0" err="1"/>
            <a:t>more</a:t>
          </a:r>
          <a:r>
            <a:rPr lang="de-DE" sz="2500" kern="1200" dirty="0"/>
            <a:t> expensive </a:t>
          </a:r>
          <a:r>
            <a:rPr lang="de-DE" sz="2500" kern="1200" dirty="0" err="1"/>
            <a:t>repairs</a:t>
          </a:r>
          <a:r>
            <a:rPr lang="de-DE" sz="2500" kern="1200" dirty="0"/>
            <a:t>, </a:t>
          </a:r>
          <a:r>
            <a:rPr lang="de-DE" sz="2500" kern="1200" dirty="0" err="1"/>
            <a:t>harder</a:t>
          </a:r>
          <a:r>
            <a:rPr lang="de-DE" sz="2500" kern="1200" dirty="0"/>
            <a:t> </a:t>
          </a:r>
          <a:r>
            <a:rPr lang="de-DE" sz="2500" kern="1200" dirty="0" err="1"/>
            <a:t>to</a:t>
          </a:r>
          <a:r>
            <a:rPr lang="de-DE" sz="2500" kern="1200" dirty="0"/>
            <a:t> upgrade.</a:t>
          </a:r>
        </a:p>
      </dsp:txBody>
      <dsp:txXfrm>
        <a:off x="1686304" y="3650632"/>
        <a:ext cx="5530111" cy="146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E5C71-70E5-4017-A3BC-1E3DA92D9A65}">
      <dsp:nvSpPr>
        <dsp:cNvPr id="0" name=""/>
        <dsp:cNvSpPr/>
      </dsp:nvSpPr>
      <dsp:spPr>
        <a:xfrm>
          <a:off x="186498" y="208918"/>
          <a:ext cx="1322579" cy="13225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5C556-775E-4F2A-8CA9-3B028CA4F687}">
      <dsp:nvSpPr>
        <dsp:cNvPr id="0" name=""/>
        <dsp:cNvSpPr/>
      </dsp:nvSpPr>
      <dsp:spPr>
        <a:xfrm>
          <a:off x="464240" y="486659"/>
          <a:ext cx="767096" cy="7670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FB32F-EFAD-4288-A79B-6ABED56C305B}">
      <dsp:nvSpPr>
        <dsp:cNvPr id="0" name=""/>
        <dsp:cNvSpPr/>
      </dsp:nvSpPr>
      <dsp:spPr>
        <a:xfrm>
          <a:off x="1792488" y="20891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Efficient CPUs.</a:t>
          </a:r>
          <a:endParaRPr lang="en-US" sz="2400" kern="1200"/>
        </a:p>
      </dsp:txBody>
      <dsp:txXfrm>
        <a:off x="1792488" y="208918"/>
        <a:ext cx="3117509" cy="1322579"/>
      </dsp:txXfrm>
    </dsp:sp>
    <dsp:sp modelId="{E2CC1C88-52B1-4466-A926-2167D247F2D0}">
      <dsp:nvSpPr>
        <dsp:cNvPr id="0" name=""/>
        <dsp:cNvSpPr/>
      </dsp:nvSpPr>
      <dsp:spPr>
        <a:xfrm>
          <a:off x="5453201" y="208918"/>
          <a:ext cx="1322579" cy="13225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008B5-9F36-4232-B6AF-D7AB9CCAABD3}">
      <dsp:nvSpPr>
        <dsp:cNvPr id="0" name=""/>
        <dsp:cNvSpPr/>
      </dsp:nvSpPr>
      <dsp:spPr>
        <a:xfrm>
          <a:off x="5730943" y="486659"/>
          <a:ext cx="767096" cy="7670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36176-9F93-4A06-929E-31D9A9BCDEE6}">
      <dsp:nvSpPr>
        <dsp:cNvPr id="0" name=""/>
        <dsp:cNvSpPr/>
      </dsp:nvSpPr>
      <dsp:spPr>
        <a:xfrm>
          <a:off x="7059191" y="20891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Low-power displays.</a:t>
          </a:r>
          <a:endParaRPr lang="en-US" sz="2400" kern="1200"/>
        </a:p>
      </dsp:txBody>
      <dsp:txXfrm>
        <a:off x="7059191" y="208918"/>
        <a:ext cx="3117509" cy="1322579"/>
      </dsp:txXfrm>
    </dsp:sp>
    <dsp:sp modelId="{F744F56E-62BE-4344-975A-808D22291B98}">
      <dsp:nvSpPr>
        <dsp:cNvPr id="0" name=""/>
        <dsp:cNvSpPr/>
      </dsp:nvSpPr>
      <dsp:spPr>
        <a:xfrm>
          <a:off x="186498" y="2158858"/>
          <a:ext cx="1322579" cy="13225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B33F0-56DC-4468-A551-46992D9CE052}">
      <dsp:nvSpPr>
        <dsp:cNvPr id="0" name=""/>
        <dsp:cNvSpPr/>
      </dsp:nvSpPr>
      <dsp:spPr>
        <a:xfrm>
          <a:off x="464240" y="2436600"/>
          <a:ext cx="767096" cy="7670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4E3C9-B907-4A78-8E56-9DA5573A8118}">
      <dsp:nvSpPr>
        <dsp:cNvPr id="0" name=""/>
        <dsp:cNvSpPr/>
      </dsp:nvSpPr>
      <dsp:spPr>
        <a:xfrm>
          <a:off x="1792488" y="215885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Sleep states.</a:t>
          </a:r>
          <a:endParaRPr lang="en-US" sz="2400" kern="1200"/>
        </a:p>
      </dsp:txBody>
      <dsp:txXfrm>
        <a:off x="1792488" y="2158858"/>
        <a:ext cx="3117509" cy="1322579"/>
      </dsp:txXfrm>
    </dsp:sp>
    <dsp:sp modelId="{0C6BEBA7-EB7E-44C4-9377-ADDD45AE1DF2}">
      <dsp:nvSpPr>
        <dsp:cNvPr id="0" name=""/>
        <dsp:cNvSpPr/>
      </dsp:nvSpPr>
      <dsp:spPr>
        <a:xfrm>
          <a:off x="5453201" y="2158858"/>
          <a:ext cx="1322579" cy="132257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7A92A-C39C-4FEE-92D4-1266B1D4C2E8}">
      <dsp:nvSpPr>
        <dsp:cNvPr id="0" name=""/>
        <dsp:cNvSpPr/>
      </dsp:nvSpPr>
      <dsp:spPr>
        <a:xfrm>
          <a:off x="5730943" y="2436600"/>
          <a:ext cx="767096" cy="7670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99735-FFC8-4025-B711-773243E89AA3}">
      <dsp:nvSpPr>
        <dsp:cNvPr id="0" name=""/>
        <dsp:cNvSpPr/>
      </dsp:nvSpPr>
      <dsp:spPr>
        <a:xfrm>
          <a:off x="7059191" y="215885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Smaller nm chip processes.</a:t>
          </a:r>
          <a:endParaRPr lang="en-US" sz="2400" kern="1200"/>
        </a:p>
      </dsp:txBody>
      <dsp:txXfrm>
        <a:off x="7059191" y="2158858"/>
        <a:ext cx="3117509" cy="13225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9200B-B589-4EAB-AA4D-0C42B46D4E92}">
      <dsp:nvSpPr>
        <dsp:cNvPr id="0" name=""/>
        <dsp:cNvSpPr/>
      </dsp:nvSpPr>
      <dsp:spPr>
        <a:xfrm>
          <a:off x="0" y="2786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B258C-DE01-4FFA-89EA-3B1D0F18E458}">
      <dsp:nvSpPr>
        <dsp:cNvPr id="0" name=""/>
        <dsp:cNvSpPr/>
      </dsp:nvSpPr>
      <dsp:spPr>
        <a:xfrm>
          <a:off x="179512" y="136308"/>
          <a:ext cx="326387" cy="3263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AD6C2-2783-41A6-93F2-BEB0C50284F6}">
      <dsp:nvSpPr>
        <dsp:cNvPr id="0" name=""/>
        <dsp:cNvSpPr/>
      </dsp:nvSpPr>
      <dsp:spPr>
        <a:xfrm>
          <a:off x="685413" y="2786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RAM &amp; Storage </a:t>
          </a:r>
          <a:r>
            <a:rPr lang="de-DE" sz="1900" kern="1200" dirty="0" err="1"/>
            <a:t>often</a:t>
          </a:r>
          <a:r>
            <a:rPr lang="de-DE" sz="1900" kern="1200" dirty="0"/>
            <a:t> </a:t>
          </a:r>
          <a:r>
            <a:rPr lang="de-DE" sz="1900" kern="1200" dirty="0" err="1"/>
            <a:t>soldered</a:t>
          </a:r>
          <a:r>
            <a:rPr lang="de-DE" sz="1900" kern="1200" dirty="0"/>
            <a:t>.</a:t>
          </a:r>
          <a:endParaRPr lang="en-US" sz="1900" kern="1200" dirty="0"/>
        </a:p>
      </dsp:txBody>
      <dsp:txXfrm>
        <a:off x="685413" y="2786"/>
        <a:ext cx="10205514" cy="593431"/>
      </dsp:txXfrm>
    </dsp:sp>
    <dsp:sp modelId="{6BB67576-2819-4561-9445-FC653D30A176}">
      <dsp:nvSpPr>
        <dsp:cNvPr id="0" name=""/>
        <dsp:cNvSpPr/>
      </dsp:nvSpPr>
      <dsp:spPr>
        <a:xfrm>
          <a:off x="0" y="744575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929DA-39B3-4270-BC25-1ED0132E359B}">
      <dsp:nvSpPr>
        <dsp:cNvPr id="0" name=""/>
        <dsp:cNvSpPr/>
      </dsp:nvSpPr>
      <dsp:spPr>
        <a:xfrm>
          <a:off x="179512" y="878097"/>
          <a:ext cx="326387" cy="3263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528C5-CCCD-4FCF-A04E-4A0AC64137B3}">
      <dsp:nvSpPr>
        <dsp:cNvPr id="0" name=""/>
        <dsp:cNvSpPr/>
      </dsp:nvSpPr>
      <dsp:spPr>
        <a:xfrm>
          <a:off x="685413" y="744575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Saves</a:t>
          </a:r>
          <a:r>
            <a:rPr lang="de-DE" sz="1900" kern="1200" dirty="0"/>
            <a:t> space.</a:t>
          </a:r>
          <a:endParaRPr lang="en-US" sz="1900" kern="1200" dirty="0">
            <a:latin typeface="Grandview Display"/>
          </a:endParaRPr>
        </a:p>
      </dsp:txBody>
      <dsp:txXfrm>
        <a:off x="685413" y="744575"/>
        <a:ext cx="10205514" cy="593431"/>
      </dsp:txXfrm>
    </dsp:sp>
    <dsp:sp modelId="{CBAEA833-8AFF-4583-9564-904D955B5B4E}">
      <dsp:nvSpPr>
        <dsp:cNvPr id="0" name=""/>
        <dsp:cNvSpPr/>
      </dsp:nvSpPr>
      <dsp:spPr>
        <a:xfrm>
          <a:off x="0" y="1486364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9D57D-B8F8-42BB-B1CE-B2D5CEE5A479}">
      <dsp:nvSpPr>
        <dsp:cNvPr id="0" name=""/>
        <dsp:cNvSpPr/>
      </dsp:nvSpPr>
      <dsp:spPr>
        <a:xfrm>
          <a:off x="179512" y="1619886"/>
          <a:ext cx="326387" cy="3263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3D742-C892-4D6A-BBE7-9C5873DF81A7}">
      <dsp:nvSpPr>
        <dsp:cNvPr id="0" name=""/>
        <dsp:cNvSpPr/>
      </dsp:nvSpPr>
      <dsp:spPr>
        <a:xfrm>
          <a:off x="685413" y="1486364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Reduces</a:t>
          </a:r>
          <a:r>
            <a:rPr lang="de-DE" sz="1900" kern="1200" dirty="0"/>
            <a:t> power </a:t>
          </a:r>
          <a:r>
            <a:rPr lang="de-DE" sz="1900" kern="1200" dirty="0" err="1"/>
            <a:t>usage</a:t>
          </a:r>
          <a:r>
            <a:rPr lang="de-DE" sz="1900" kern="1200" dirty="0"/>
            <a:t>.</a:t>
          </a:r>
        </a:p>
      </dsp:txBody>
      <dsp:txXfrm>
        <a:off x="685413" y="1486364"/>
        <a:ext cx="10205514" cy="593431"/>
      </dsp:txXfrm>
    </dsp:sp>
    <dsp:sp modelId="{D5BBFAB0-AA18-4585-A189-0493D9D4620B}">
      <dsp:nvSpPr>
        <dsp:cNvPr id="0" name=""/>
        <dsp:cNvSpPr/>
      </dsp:nvSpPr>
      <dsp:spPr>
        <a:xfrm>
          <a:off x="0" y="2228153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47720-A3B9-40F1-A7BA-AE49DEDF760C}">
      <dsp:nvSpPr>
        <dsp:cNvPr id="0" name=""/>
        <dsp:cNvSpPr/>
      </dsp:nvSpPr>
      <dsp:spPr>
        <a:xfrm>
          <a:off x="179512" y="2361675"/>
          <a:ext cx="326387" cy="32638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55AF8-0997-45D1-8D8A-30DED9583235}">
      <dsp:nvSpPr>
        <dsp:cNvPr id="0" name=""/>
        <dsp:cNvSpPr/>
      </dsp:nvSpPr>
      <dsp:spPr>
        <a:xfrm>
          <a:off x="685413" y="2228153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Enables</a:t>
          </a:r>
          <a:r>
            <a:rPr lang="de-DE" sz="1900" kern="1200" dirty="0"/>
            <a:t> </a:t>
          </a:r>
          <a:r>
            <a:rPr lang="de-DE" sz="1900" kern="1200" dirty="0" err="1"/>
            <a:t>thinner</a:t>
          </a:r>
          <a:r>
            <a:rPr lang="de-DE" sz="1900" kern="1200" dirty="0"/>
            <a:t> </a:t>
          </a:r>
          <a:r>
            <a:rPr lang="de-DE" sz="1900" kern="1200" dirty="0" err="1"/>
            <a:t>devices</a:t>
          </a:r>
          <a:r>
            <a:rPr lang="de-DE" sz="1900" kern="1200" dirty="0"/>
            <a:t>.</a:t>
          </a:r>
          <a:endParaRPr lang="en-US" sz="1900" kern="1200" dirty="0"/>
        </a:p>
      </dsp:txBody>
      <dsp:txXfrm>
        <a:off x="685413" y="2228153"/>
        <a:ext cx="10205514" cy="593431"/>
      </dsp:txXfrm>
    </dsp:sp>
    <dsp:sp modelId="{23DC2689-22BD-4668-B6FC-16A19F202F1F}">
      <dsp:nvSpPr>
        <dsp:cNvPr id="0" name=""/>
        <dsp:cNvSpPr/>
      </dsp:nvSpPr>
      <dsp:spPr>
        <a:xfrm>
          <a:off x="0" y="2969942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FD6D3-2035-4521-AE24-6CACA5408903}">
      <dsp:nvSpPr>
        <dsp:cNvPr id="0" name=""/>
        <dsp:cNvSpPr/>
      </dsp:nvSpPr>
      <dsp:spPr>
        <a:xfrm>
          <a:off x="179512" y="3103464"/>
          <a:ext cx="326387" cy="326387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78607-E545-4CE8-96D1-F0FB49DD4886}">
      <dsp:nvSpPr>
        <dsp:cNvPr id="0" name=""/>
        <dsp:cNvSpPr/>
      </dsp:nvSpPr>
      <dsp:spPr>
        <a:xfrm>
          <a:off x="685413" y="2969942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Downside</a:t>
          </a:r>
          <a:r>
            <a:rPr lang="de-DE" sz="1900" kern="1200" dirty="0"/>
            <a:t>: </a:t>
          </a:r>
          <a:r>
            <a:rPr lang="de-DE" sz="1900" kern="1200" dirty="0" err="1"/>
            <a:t>no</a:t>
          </a:r>
          <a:r>
            <a:rPr lang="de-DE" sz="1900" kern="1200" dirty="0"/>
            <a:t> </a:t>
          </a:r>
          <a:r>
            <a:rPr lang="de-DE" sz="1900" kern="1200" dirty="0" err="1"/>
            <a:t>upgrades</a:t>
          </a:r>
          <a:r>
            <a:rPr lang="de-DE" sz="1900" kern="1200" dirty="0"/>
            <a:t>/</a:t>
          </a:r>
          <a:r>
            <a:rPr lang="de-DE" sz="1900" kern="1200" dirty="0" err="1"/>
            <a:t>repairs</a:t>
          </a:r>
          <a:r>
            <a:rPr lang="de-DE" sz="1900" kern="1200" dirty="0"/>
            <a:t>.</a:t>
          </a:r>
          <a:endParaRPr lang="en-US" sz="1900" kern="1200" dirty="0"/>
        </a:p>
      </dsp:txBody>
      <dsp:txXfrm>
        <a:off x="685413" y="2969942"/>
        <a:ext cx="10205514" cy="5934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E1999-E4C6-412C-9256-375ACEFC2B87}">
      <dsp:nvSpPr>
        <dsp:cNvPr id="0" name=""/>
        <dsp:cNvSpPr/>
      </dsp:nvSpPr>
      <dsp:spPr>
        <a:xfrm>
          <a:off x="3190" y="97530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/>
            <a:t>Education:</a:t>
          </a:r>
          <a:r>
            <a:rPr lang="de-DE" sz="1800" kern="1200"/>
            <a:t> Laptops &amp; tablets for schoolwork, research, and online classes.</a:t>
          </a:r>
          <a:endParaRPr lang="en-US" sz="1800" kern="1200"/>
        </a:p>
      </dsp:txBody>
      <dsp:txXfrm>
        <a:off x="3190" y="1444177"/>
        <a:ext cx="2531290" cy="2126283"/>
      </dsp:txXfrm>
    </dsp:sp>
    <dsp:sp modelId="{1D5D7632-201A-4CD6-A235-A0B30ABDAEDE}">
      <dsp:nvSpPr>
        <dsp:cNvPr id="0" name=""/>
        <dsp:cNvSpPr/>
      </dsp:nvSpPr>
      <dsp:spPr>
        <a:xfrm>
          <a:off x="737264" y="451911"/>
          <a:ext cx="1063141" cy="1063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2957" y="607604"/>
        <a:ext cx="751755" cy="751755"/>
      </dsp:txXfrm>
    </dsp:sp>
    <dsp:sp modelId="{1D014571-6783-4516-96DB-C0DA8188425B}">
      <dsp:nvSpPr>
        <dsp:cNvPr id="0" name=""/>
        <dsp:cNvSpPr/>
      </dsp:nvSpPr>
      <dsp:spPr>
        <a:xfrm>
          <a:off x="3190" y="3641265"/>
          <a:ext cx="2531290" cy="72"/>
        </a:xfrm>
        <a:prstGeom prst="rect">
          <a:avLst/>
        </a:prstGeom>
        <a:solidFill>
          <a:schemeClr val="accent2">
            <a:hueOff val="1010300"/>
            <a:satOff val="-3805"/>
            <a:lumOff val="3193"/>
            <a:alphaOff val="0"/>
          </a:schemeClr>
        </a:solidFill>
        <a:ln w="12700" cap="flat" cmpd="sng" algn="ctr">
          <a:solidFill>
            <a:schemeClr val="accent2">
              <a:hueOff val="1010300"/>
              <a:satOff val="-3805"/>
              <a:lumOff val="31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50A4A-9F68-49BF-AC3E-6AA6EC653BD2}">
      <dsp:nvSpPr>
        <dsp:cNvPr id="0" name=""/>
        <dsp:cNvSpPr/>
      </dsp:nvSpPr>
      <dsp:spPr>
        <a:xfrm>
          <a:off x="2787609" y="97530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71626"/>
              <a:satOff val="-2469"/>
              <a:lumOff val="1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/>
            <a:t>Work &amp; Productivity:</a:t>
          </a:r>
          <a:r>
            <a:rPr lang="de-DE" sz="1800" kern="1200"/>
            <a:t> Office tasks, presentations, remote work, business travel.</a:t>
          </a:r>
          <a:endParaRPr lang="en-US" sz="1800" kern="1200"/>
        </a:p>
      </dsp:txBody>
      <dsp:txXfrm>
        <a:off x="2787609" y="1444177"/>
        <a:ext cx="2531290" cy="2126283"/>
      </dsp:txXfrm>
    </dsp:sp>
    <dsp:sp modelId="{7A0529E3-58B9-4BBB-B3B1-C6BDA77E3C2E}">
      <dsp:nvSpPr>
        <dsp:cNvPr id="0" name=""/>
        <dsp:cNvSpPr/>
      </dsp:nvSpPr>
      <dsp:spPr>
        <a:xfrm>
          <a:off x="3521683" y="451911"/>
          <a:ext cx="1063141" cy="1063141"/>
        </a:xfrm>
        <a:prstGeom prst="ellipse">
          <a:avLst/>
        </a:prstGeom>
        <a:solidFill>
          <a:schemeClr val="accent2">
            <a:hueOff val="2020599"/>
            <a:satOff val="-7611"/>
            <a:lumOff val="6387"/>
            <a:alphaOff val="0"/>
          </a:schemeClr>
        </a:solidFill>
        <a:ln w="12700" cap="flat" cmpd="sng" algn="ctr">
          <a:solidFill>
            <a:schemeClr val="accent2">
              <a:hueOff val="2020599"/>
              <a:satOff val="-7611"/>
              <a:lumOff val="63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77376" y="607604"/>
        <a:ext cx="751755" cy="751755"/>
      </dsp:txXfrm>
    </dsp:sp>
    <dsp:sp modelId="{68911894-5BD3-4B51-A5E7-906FDDBACF7E}">
      <dsp:nvSpPr>
        <dsp:cNvPr id="0" name=""/>
        <dsp:cNvSpPr/>
      </dsp:nvSpPr>
      <dsp:spPr>
        <a:xfrm>
          <a:off x="2787609" y="3641265"/>
          <a:ext cx="2531290" cy="72"/>
        </a:xfrm>
        <a:prstGeom prst="rect">
          <a:avLst/>
        </a:prstGeom>
        <a:solidFill>
          <a:schemeClr val="accent2">
            <a:hueOff val="3030899"/>
            <a:satOff val="-11416"/>
            <a:lumOff val="9580"/>
            <a:alphaOff val="0"/>
          </a:schemeClr>
        </a:solidFill>
        <a:ln w="12700" cap="flat" cmpd="sng" algn="ctr">
          <a:solidFill>
            <a:schemeClr val="accent2">
              <a:hueOff val="3030899"/>
              <a:satOff val="-11416"/>
              <a:lumOff val="9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13B35-F7BE-4713-B48D-5F3743FACCF6}">
      <dsp:nvSpPr>
        <dsp:cNvPr id="0" name=""/>
        <dsp:cNvSpPr/>
      </dsp:nvSpPr>
      <dsp:spPr>
        <a:xfrm>
          <a:off x="5572029" y="97530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43252"/>
              <a:satOff val="-4937"/>
              <a:lumOff val="22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/>
            <a:t>Entertainment:</a:t>
          </a:r>
          <a:r>
            <a:rPr lang="de-DE" sz="1800" kern="1200"/>
            <a:t> Streaming videos, gaming, reading, social media.</a:t>
          </a:r>
          <a:endParaRPr lang="en-US" sz="1800" kern="1200"/>
        </a:p>
      </dsp:txBody>
      <dsp:txXfrm>
        <a:off x="5572029" y="1444177"/>
        <a:ext cx="2531290" cy="2126283"/>
      </dsp:txXfrm>
    </dsp:sp>
    <dsp:sp modelId="{2703451D-44CA-4FBE-9752-EE590CCAEC66}">
      <dsp:nvSpPr>
        <dsp:cNvPr id="0" name=""/>
        <dsp:cNvSpPr/>
      </dsp:nvSpPr>
      <dsp:spPr>
        <a:xfrm>
          <a:off x="6306103" y="451911"/>
          <a:ext cx="1063141" cy="1063141"/>
        </a:xfrm>
        <a:prstGeom prst="ellipse">
          <a:avLst/>
        </a:prstGeom>
        <a:solidFill>
          <a:schemeClr val="accent2">
            <a:hueOff val="4041199"/>
            <a:satOff val="-15222"/>
            <a:lumOff val="12773"/>
            <a:alphaOff val="0"/>
          </a:schemeClr>
        </a:solidFill>
        <a:ln w="12700" cap="flat" cmpd="sng" algn="ctr">
          <a:solidFill>
            <a:schemeClr val="accent2">
              <a:hueOff val="4041199"/>
              <a:satOff val="-15222"/>
              <a:lumOff val="12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61796" y="607604"/>
        <a:ext cx="751755" cy="751755"/>
      </dsp:txXfrm>
    </dsp:sp>
    <dsp:sp modelId="{5DC9CA5B-DE27-42E4-BD54-C193F2E1D974}">
      <dsp:nvSpPr>
        <dsp:cNvPr id="0" name=""/>
        <dsp:cNvSpPr/>
      </dsp:nvSpPr>
      <dsp:spPr>
        <a:xfrm>
          <a:off x="5572029" y="3641265"/>
          <a:ext cx="2531290" cy="72"/>
        </a:xfrm>
        <a:prstGeom prst="rect">
          <a:avLst/>
        </a:prstGeom>
        <a:solidFill>
          <a:schemeClr val="accent2">
            <a:hueOff val="5051498"/>
            <a:satOff val="-19027"/>
            <a:lumOff val="15966"/>
            <a:alphaOff val="0"/>
          </a:schemeClr>
        </a:solidFill>
        <a:ln w="12700" cap="flat" cmpd="sng" algn="ctr">
          <a:solidFill>
            <a:schemeClr val="accent2">
              <a:hueOff val="5051498"/>
              <a:satOff val="-19027"/>
              <a:lumOff val="159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108CC-D94C-43F1-ADD9-4A47D2EF8C1C}">
      <dsp:nvSpPr>
        <dsp:cNvPr id="0" name=""/>
        <dsp:cNvSpPr/>
      </dsp:nvSpPr>
      <dsp:spPr>
        <a:xfrm>
          <a:off x="8356448" y="97530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/>
            <a:t>Communication:</a:t>
          </a:r>
          <a:r>
            <a:rPr lang="de-DE" sz="1800" kern="1200"/>
            <a:t> Video calls, messaging, emails — stay connected anywhere.</a:t>
          </a:r>
          <a:endParaRPr lang="en-US" sz="1800" kern="1200"/>
        </a:p>
      </dsp:txBody>
      <dsp:txXfrm>
        <a:off x="8356448" y="1444177"/>
        <a:ext cx="2531290" cy="2126283"/>
      </dsp:txXfrm>
    </dsp:sp>
    <dsp:sp modelId="{5869A727-D7B0-4F05-87AC-98C44FB1A222}">
      <dsp:nvSpPr>
        <dsp:cNvPr id="0" name=""/>
        <dsp:cNvSpPr/>
      </dsp:nvSpPr>
      <dsp:spPr>
        <a:xfrm>
          <a:off x="9090522" y="451911"/>
          <a:ext cx="1063141" cy="1063141"/>
        </a:xfrm>
        <a:prstGeom prst="ellipse">
          <a:avLst/>
        </a:prstGeom>
        <a:solidFill>
          <a:schemeClr val="accent2">
            <a:hueOff val="6061798"/>
            <a:satOff val="-22833"/>
            <a:lumOff val="19160"/>
            <a:alphaOff val="0"/>
          </a:schemeClr>
        </a:solidFill>
        <a:ln w="12700" cap="flat" cmpd="sng" algn="ctr">
          <a:solidFill>
            <a:schemeClr val="accent2">
              <a:hueOff val="6061798"/>
              <a:satOff val="-22833"/>
              <a:lumOff val="19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46215" y="607604"/>
        <a:ext cx="751755" cy="751755"/>
      </dsp:txXfrm>
    </dsp:sp>
    <dsp:sp modelId="{8C45C74F-824A-45D3-9B0D-46AC047CF669}">
      <dsp:nvSpPr>
        <dsp:cNvPr id="0" name=""/>
        <dsp:cNvSpPr/>
      </dsp:nvSpPr>
      <dsp:spPr>
        <a:xfrm>
          <a:off x="8356448" y="3641265"/>
          <a:ext cx="2531290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7368F-E993-473C-AE3D-B57E07C55EFF}">
      <dsp:nvSpPr>
        <dsp:cNvPr id="0" name=""/>
        <dsp:cNvSpPr/>
      </dsp:nvSpPr>
      <dsp:spPr>
        <a:xfrm>
          <a:off x="186498" y="208918"/>
          <a:ext cx="1322579" cy="13225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9E6CD-E5B6-4527-8A27-2711DADE025B}">
      <dsp:nvSpPr>
        <dsp:cNvPr id="0" name=""/>
        <dsp:cNvSpPr/>
      </dsp:nvSpPr>
      <dsp:spPr>
        <a:xfrm>
          <a:off x="464240" y="486659"/>
          <a:ext cx="767096" cy="7670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7011D-BA3F-4C8E-B882-311624C9310C}">
      <dsp:nvSpPr>
        <dsp:cNvPr id="0" name=""/>
        <dsp:cNvSpPr/>
      </dsp:nvSpPr>
      <dsp:spPr>
        <a:xfrm>
          <a:off x="1792488" y="20891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Wi-Fi &amp; Bluetooth</a:t>
          </a:r>
          <a:endParaRPr lang="en-US" sz="2400" kern="1200"/>
        </a:p>
      </dsp:txBody>
      <dsp:txXfrm>
        <a:off x="1792488" y="208918"/>
        <a:ext cx="3117509" cy="1322579"/>
      </dsp:txXfrm>
    </dsp:sp>
    <dsp:sp modelId="{408B2EDA-09AF-4D57-BD6C-72102BD7957D}">
      <dsp:nvSpPr>
        <dsp:cNvPr id="0" name=""/>
        <dsp:cNvSpPr/>
      </dsp:nvSpPr>
      <dsp:spPr>
        <a:xfrm>
          <a:off x="5453201" y="208918"/>
          <a:ext cx="1322579" cy="13225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F4D9E-3B72-431C-B761-547A993456DB}">
      <dsp:nvSpPr>
        <dsp:cNvPr id="0" name=""/>
        <dsp:cNvSpPr/>
      </dsp:nvSpPr>
      <dsp:spPr>
        <a:xfrm>
          <a:off x="5730943" y="486659"/>
          <a:ext cx="767096" cy="7670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B4CC8-F2C3-41B4-952F-3F474E48B0C2}">
      <dsp:nvSpPr>
        <dsp:cNvPr id="0" name=""/>
        <dsp:cNvSpPr/>
      </dsp:nvSpPr>
      <dsp:spPr>
        <a:xfrm>
          <a:off x="7059191" y="20891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4G / 5G Cellular</a:t>
          </a:r>
          <a:endParaRPr lang="en-US" sz="2400" kern="1200"/>
        </a:p>
      </dsp:txBody>
      <dsp:txXfrm>
        <a:off x="7059191" y="208918"/>
        <a:ext cx="3117509" cy="1322579"/>
      </dsp:txXfrm>
    </dsp:sp>
    <dsp:sp modelId="{3C2E03D7-D967-48F5-BAA8-DF34C3483771}">
      <dsp:nvSpPr>
        <dsp:cNvPr id="0" name=""/>
        <dsp:cNvSpPr/>
      </dsp:nvSpPr>
      <dsp:spPr>
        <a:xfrm>
          <a:off x="186498" y="2158858"/>
          <a:ext cx="1322579" cy="13225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C6572-1FD9-4467-933D-3E55E366F262}">
      <dsp:nvSpPr>
        <dsp:cNvPr id="0" name=""/>
        <dsp:cNvSpPr/>
      </dsp:nvSpPr>
      <dsp:spPr>
        <a:xfrm>
          <a:off x="464240" y="2436600"/>
          <a:ext cx="767096" cy="7670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BF6C2-47A9-45EF-85FD-CCA09801F141}">
      <dsp:nvSpPr>
        <dsp:cNvPr id="0" name=""/>
        <dsp:cNvSpPr/>
      </dsp:nvSpPr>
      <dsp:spPr>
        <a:xfrm>
          <a:off x="1792488" y="215885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USB-C / Thunderbolt</a:t>
          </a:r>
          <a:endParaRPr lang="en-US" sz="2400" kern="1200"/>
        </a:p>
      </dsp:txBody>
      <dsp:txXfrm>
        <a:off x="1792488" y="2158858"/>
        <a:ext cx="3117509" cy="1322579"/>
      </dsp:txXfrm>
    </dsp:sp>
    <dsp:sp modelId="{5A4FA7A2-4CB8-4646-9FE7-A79287C82AF1}">
      <dsp:nvSpPr>
        <dsp:cNvPr id="0" name=""/>
        <dsp:cNvSpPr/>
      </dsp:nvSpPr>
      <dsp:spPr>
        <a:xfrm>
          <a:off x="5453201" y="2158858"/>
          <a:ext cx="1322579" cy="13225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D9854-225A-465B-9333-BC9F365A49DF}">
      <dsp:nvSpPr>
        <dsp:cNvPr id="0" name=""/>
        <dsp:cNvSpPr/>
      </dsp:nvSpPr>
      <dsp:spPr>
        <a:xfrm>
          <a:off x="5730943" y="2436600"/>
          <a:ext cx="767096" cy="7670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B8690-CAB5-4211-8B02-B4BA4416D2E4}">
      <dsp:nvSpPr>
        <dsp:cNvPr id="0" name=""/>
        <dsp:cNvSpPr/>
      </dsp:nvSpPr>
      <dsp:spPr>
        <a:xfrm>
          <a:off x="7059191" y="2158858"/>
          <a:ext cx="3117509" cy="132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Cloud Services</a:t>
          </a:r>
          <a:endParaRPr lang="en-US" sz="2400" kern="1200"/>
        </a:p>
      </dsp:txBody>
      <dsp:txXfrm>
        <a:off x="7059191" y="2158858"/>
        <a:ext cx="3117509" cy="13225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9802B-32B2-4FCD-B7CC-D462866EBD3B}">
      <dsp:nvSpPr>
        <dsp:cNvPr id="0" name=""/>
        <dsp:cNvSpPr/>
      </dsp:nvSpPr>
      <dsp:spPr>
        <a:xfrm>
          <a:off x="3722" y="1197779"/>
          <a:ext cx="1813914" cy="1151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487B1-AA2A-4168-9179-09AFBF05E569}">
      <dsp:nvSpPr>
        <dsp:cNvPr id="0" name=""/>
        <dsp:cNvSpPr/>
      </dsp:nvSpPr>
      <dsp:spPr>
        <a:xfrm>
          <a:off x="205268" y="1389248"/>
          <a:ext cx="1813914" cy="115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ea typeface="+mn-ea"/>
              <a:cs typeface="+mn-cs"/>
            </a:rPr>
            <a:t>Foldable</a:t>
          </a:r>
          <a:r>
            <a:rPr lang="de-DE" sz="1900" kern="1200" dirty="0">
              <a:ea typeface="+mn-ea"/>
              <a:cs typeface="+mn-cs"/>
            </a:rPr>
            <a:t> &amp; dual </a:t>
          </a:r>
          <a:r>
            <a:rPr lang="de-DE" sz="1900" kern="1200" dirty="0" err="1">
              <a:ea typeface="+mn-ea"/>
              <a:cs typeface="+mn-cs"/>
            </a:rPr>
            <a:t>screens</a:t>
          </a:r>
          <a:r>
            <a:rPr lang="de-DE" sz="1900" kern="1200" dirty="0">
              <a:ea typeface="+mn-ea"/>
              <a:cs typeface="+mn-cs"/>
            </a:rPr>
            <a:t>.</a:t>
          </a:r>
          <a:endParaRPr lang="en-US" sz="1900" kern="1200" dirty="0">
            <a:ea typeface="+mn-ea"/>
            <a:cs typeface="+mn-cs"/>
          </a:endParaRPr>
        </a:p>
      </dsp:txBody>
      <dsp:txXfrm>
        <a:off x="239004" y="1422984"/>
        <a:ext cx="1746442" cy="1084363"/>
      </dsp:txXfrm>
    </dsp:sp>
    <dsp:sp modelId="{9C84CA1C-876E-46BB-A012-C99D05448A8E}">
      <dsp:nvSpPr>
        <dsp:cNvPr id="0" name=""/>
        <dsp:cNvSpPr/>
      </dsp:nvSpPr>
      <dsp:spPr>
        <a:xfrm>
          <a:off x="2220728" y="1197779"/>
          <a:ext cx="1813914" cy="1151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B98EB-7B56-43A6-90B7-1D9F89CA1AFE}">
      <dsp:nvSpPr>
        <dsp:cNvPr id="0" name=""/>
        <dsp:cNvSpPr/>
      </dsp:nvSpPr>
      <dsp:spPr>
        <a:xfrm>
          <a:off x="2422274" y="1389248"/>
          <a:ext cx="1813914" cy="115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ea typeface="+mn-ea"/>
              <a:cs typeface="+mn-cs"/>
            </a:rPr>
            <a:t>AI </a:t>
          </a:r>
          <a:r>
            <a:rPr lang="de-DE" sz="1900" kern="1200" dirty="0" err="1">
              <a:latin typeface="Grandview Display"/>
              <a:ea typeface="+mn-ea"/>
              <a:cs typeface="+mn-cs"/>
            </a:rPr>
            <a:t>acceleration</a:t>
          </a:r>
          <a:r>
            <a:rPr lang="de-DE" sz="1900" kern="1200" dirty="0">
              <a:ea typeface="+mn-ea"/>
              <a:cs typeface="+mn-cs"/>
            </a:rPr>
            <a:t>.</a:t>
          </a:r>
          <a:endParaRPr lang="en-US" sz="1900" kern="1200" dirty="0">
            <a:ea typeface="+mn-ea"/>
            <a:cs typeface="+mn-cs"/>
          </a:endParaRPr>
        </a:p>
      </dsp:txBody>
      <dsp:txXfrm>
        <a:off x="2456010" y="1422984"/>
        <a:ext cx="1746442" cy="1084363"/>
      </dsp:txXfrm>
    </dsp:sp>
    <dsp:sp modelId="{3CC23E55-3C6C-4B9B-AB93-3CF85F6669B4}">
      <dsp:nvSpPr>
        <dsp:cNvPr id="0" name=""/>
        <dsp:cNvSpPr/>
      </dsp:nvSpPr>
      <dsp:spPr>
        <a:xfrm>
          <a:off x="4437734" y="1197779"/>
          <a:ext cx="1813914" cy="1151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DC993-2335-43E1-9E76-B930E87D5A2E}">
      <dsp:nvSpPr>
        <dsp:cNvPr id="0" name=""/>
        <dsp:cNvSpPr/>
      </dsp:nvSpPr>
      <dsp:spPr>
        <a:xfrm>
          <a:off x="4639280" y="1389248"/>
          <a:ext cx="1813914" cy="115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ea typeface="+mn-ea"/>
              <a:cs typeface="+mn-cs"/>
            </a:rPr>
            <a:t>Cloud </a:t>
          </a:r>
          <a:r>
            <a:rPr lang="de-DE" sz="1900" kern="1200" dirty="0" err="1">
              <a:ea typeface="+mn-ea"/>
              <a:cs typeface="+mn-cs"/>
            </a:rPr>
            <a:t>integration</a:t>
          </a:r>
          <a:r>
            <a:rPr lang="de-DE" sz="1900" kern="1200" dirty="0">
              <a:ea typeface="+mn-ea"/>
              <a:cs typeface="+mn-cs"/>
            </a:rPr>
            <a:t>.</a:t>
          </a:r>
          <a:endParaRPr lang="en-US" sz="1900" kern="1200" dirty="0">
            <a:ea typeface="+mn-ea"/>
            <a:cs typeface="+mn-cs"/>
          </a:endParaRPr>
        </a:p>
      </dsp:txBody>
      <dsp:txXfrm>
        <a:off x="4673016" y="1422984"/>
        <a:ext cx="1746442" cy="1084363"/>
      </dsp:txXfrm>
    </dsp:sp>
    <dsp:sp modelId="{3ED266C5-FA78-4680-AD5E-EDC51282F849}">
      <dsp:nvSpPr>
        <dsp:cNvPr id="0" name=""/>
        <dsp:cNvSpPr/>
      </dsp:nvSpPr>
      <dsp:spPr>
        <a:xfrm>
          <a:off x="6654740" y="1197779"/>
          <a:ext cx="1813914" cy="1151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01160-9EF2-4AA8-A64E-8EB5306CAE52}">
      <dsp:nvSpPr>
        <dsp:cNvPr id="0" name=""/>
        <dsp:cNvSpPr/>
      </dsp:nvSpPr>
      <dsp:spPr>
        <a:xfrm>
          <a:off x="6856286" y="1389248"/>
          <a:ext cx="1813914" cy="115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ea typeface="+mn-ea"/>
              <a:cs typeface="+mn-cs"/>
            </a:rPr>
            <a:t>Sustainability</a:t>
          </a:r>
          <a:r>
            <a:rPr lang="de-DE" sz="1900" kern="1200" dirty="0">
              <a:ea typeface="+mn-ea"/>
              <a:cs typeface="+mn-cs"/>
            </a:rPr>
            <a:t> &amp; </a:t>
          </a:r>
          <a:r>
            <a:rPr lang="de-DE" sz="1900" kern="1200" dirty="0" err="1">
              <a:ea typeface="+mn-ea"/>
              <a:cs typeface="+mn-cs"/>
            </a:rPr>
            <a:t>repair</a:t>
          </a:r>
          <a:r>
            <a:rPr lang="de-DE" sz="1900" kern="1200" dirty="0">
              <a:ea typeface="+mn-ea"/>
              <a:cs typeface="+mn-cs"/>
            </a:rPr>
            <a:t> </a:t>
          </a:r>
          <a:r>
            <a:rPr lang="de-DE" sz="1900" kern="1200" dirty="0" err="1">
              <a:ea typeface="+mn-ea"/>
              <a:cs typeface="+mn-cs"/>
            </a:rPr>
            <a:t>laws</a:t>
          </a:r>
          <a:r>
            <a:rPr lang="de-DE" sz="1900" kern="1200" dirty="0">
              <a:ea typeface="+mn-ea"/>
              <a:cs typeface="+mn-cs"/>
            </a:rPr>
            <a:t>.</a:t>
          </a:r>
          <a:endParaRPr lang="en-US" sz="1900" kern="1200" dirty="0">
            <a:ea typeface="+mn-ea"/>
            <a:cs typeface="+mn-cs"/>
          </a:endParaRPr>
        </a:p>
      </dsp:txBody>
      <dsp:txXfrm>
        <a:off x="6890022" y="1422984"/>
        <a:ext cx="1746442" cy="1084363"/>
      </dsp:txXfrm>
    </dsp:sp>
    <dsp:sp modelId="{32B4C187-083D-44F0-9D03-9D8BE376C80C}">
      <dsp:nvSpPr>
        <dsp:cNvPr id="0" name=""/>
        <dsp:cNvSpPr/>
      </dsp:nvSpPr>
      <dsp:spPr>
        <a:xfrm>
          <a:off x="8871746" y="1197779"/>
          <a:ext cx="1813914" cy="1151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F1BFC-3558-4B93-9992-8BEA80FDC61A}">
      <dsp:nvSpPr>
        <dsp:cNvPr id="0" name=""/>
        <dsp:cNvSpPr/>
      </dsp:nvSpPr>
      <dsp:spPr>
        <a:xfrm>
          <a:off x="9073292" y="1389248"/>
          <a:ext cx="1813914" cy="115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ea typeface="+mn-ea"/>
              <a:cs typeface="+mn-cs"/>
            </a:rPr>
            <a:t>Battery</a:t>
          </a:r>
          <a:r>
            <a:rPr lang="de-DE" sz="1900" kern="1200" dirty="0">
              <a:ea typeface="+mn-ea"/>
              <a:cs typeface="+mn-cs"/>
            </a:rPr>
            <a:t> </a:t>
          </a:r>
          <a:r>
            <a:rPr lang="de-DE" sz="1900" kern="1200" dirty="0" err="1">
              <a:ea typeface="+mn-ea"/>
              <a:cs typeface="+mn-cs"/>
            </a:rPr>
            <a:t>tech</a:t>
          </a:r>
          <a:r>
            <a:rPr lang="de-DE" sz="1900" kern="1200" dirty="0">
              <a:ea typeface="+mn-ea"/>
              <a:cs typeface="+mn-cs"/>
            </a:rPr>
            <a:t> </a:t>
          </a:r>
          <a:r>
            <a:rPr lang="de-DE" sz="1900" kern="1200" dirty="0" err="1">
              <a:ea typeface="+mn-ea"/>
              <a:cs typeface="+mn-cs"/>
            </a:rPr>
            <a:t>improvements</a:t>
          </a:r>
          <a:r>
            <a:rPr lang="de-DE" sz="1900" kern="1200" dirty="0">
              <a:ea typeface="+mn-ea"/>
              <a:cs typeface="+mn-cs"/>
            </a:rPr>
            <a:t>.</a:t>
          </a:r>
          <a:endParaRPr lang="en-US" sz="1900" kern="1200" dirty="0">
            <a:ea typeface="+mn-ea"/>
            <a:cs typeface="+mn-cs"/>
          </a:endParaRPr>
        </a:p>
      </dsp:txBody>
      <dsp:txXfrm>
        <a:off x="9107028" y="1422984"/>
        <a:ext cx="1746442" cy="10843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8DB77-D471-4531-BB5A-672EADF86604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8EEA8-C9D5-4245-92FE-42160D0A1A33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91F4C-49A7-4F8D-9969-0CA5F297730A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Education: Anywhere access to learning.</a:t>
          </a:r>
          <a:endParaRPr lang="en-US" sz="2200" kern="1200"/>
        </a:p>
      </dsp:txBody>
      <dsp:txXfrm>
        <a:off x="1241811" y="2121"/>
        <a:ext cx="5974604" cy="1075161"/>
      </dsp:txXfrm>
    </dsp:sp>
    <dsp:sp modelId="{89D6674F-DAEC-41CD-82B9-C3FAE56619EC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C43B4-0E8F-42BE-9CE7-F72C6652AB98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952D8-B208-4A24-AF5E-64D852785A29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Work: Remote work &amp; digital nomadism.</a:t>
          </a:r>
          <a:endParaRPr lang="en-US" sz="2200" kern="1200"/>
        </a:p>
      </dsp:txBody>
      <dsp:txXfrm>
        <a:off x="1241811" y="1346073"/>
        <a:ext cx="5974604" cy="1075161"/>
      </dsp:txXfrm>
    </dsp:sp>
    <dsp:sp modelId="{D125989D-3117-4603-AB5D-EFFD15D31587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364AF-19F5-408E-9DA5-4990823864FE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FB8D7-2A9B-4010-9430-847EA2A9F28E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Healthcare: Mobile diagnostics, telemedicine.</a:t>
          </a:r>
          <a:endParaRPr lang="en-US" sz="2200" kern="1200"/>
        </a:p>
      </dsp:txBody>
      <dsp:txXfrm>
        <a:off x="1241811" y="2690025"/>
        <a:ext cx="5974604" cy="1075161"/>
      </dsp:txXfrm>
    </dsp:sp>
    <dsp:sp modelId="{7AC49432-007F-47CF-B08A-61418182BC07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683DA-DA7A-444C-8368-542A7F56DCD7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FC400-E2B0-45A5-B2AF-F65F4DD62C5F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Communication: Always connected.</a:t>
          </a:r>
          <a:endParaRPr lang="en-US" sz="2200" kern="1200"/>
        </a:p>
      </dsp:txBody>
      <dsp:txXfrm>
        <a:off x="1241811" y="4033977"/>
        <a:ext cx="5974604" cy="1075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8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51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4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0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4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7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0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7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9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55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9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obilgerät mit Apps">
            <a:extLst>
              <a:ext uri="{FF2B5EF4-FFF2-40B4-BE49-F238E27FC236}">
                <a16:creationId xmlns:a16="http://schemas.microsoft.com/office/drawing/2014/main" id="{CCA690F9-124E-B797-1947-BCC2F1CB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9092" r="-7" b="-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de-DE">
                <a:solidFill>
                  <a:srgbClr val="FFFFFF"/>
                </a:solidFill>
              </a:rPr>
              <a:t>Portable Computing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de-DE">
                <a:solidFill>
                  <a:srgbClr val="FFFFFF"/>
                </a:solidFill>
              </a:rPr>
              <a:t>Würth Eric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F33438-886B-AB3F-0D85-3E5E42CD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de-DE" sz="3600"/>
              <a:t>What is a portable Computer?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4A796DE6-B666-C7C4-74ED-B461117DC3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47526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03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31CBDB-CE6B-588A-DD5D-6FB097C5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de-DE" dirty="0"/>
              <a:t>Key Milestones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3EF663AC-BF71-D889-B555-0DD50E4C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1980s – </a:t>
            </a:r>
            <a:r>
              <a:rPr lang="de-DE" dirty="0">
                <a:ea typeface="+mn-lt"/>
                <a:cs typeface="+mn-lt"/>
              </a:rPr>
              <a:t>Portable but heavy and </a:t>
            </a:r>
            <a:r>
              <a:rPr lang="de-DE" dirty="0" err="1">
                <a:ea typeface="+mn-lt"/>
                <a:cs typeface="+mn-lt"/>
              </a:rPr>
              <a:t>needed</a:t>
            </a:r>
            <a:r>
              <a:rPr lang="de-DE" dirty="0">
                <a:ea typeface="+mn-lt"/>
                <a:cs typeface="+mn-lt"/>
              </a:rPr>
              <a:t> power </a:t>
            </a:r>
            <a:r>
              <a:rPr lang="de-DE" dirty="0" err="1">
                <a:ea typeface="+mn-lt"/>
                <a:cs typeface="+mn-lt"/>
              </a:rPr>
              <a:t>outlet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1990s – 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Batteries</a:t>
            </a:r>
            <a:r>
              <a:rPr lang="de-DE" dirty="0">
                <a:ea typeface="+mn-lt"/>
                <a:cs typeface="+mn-lt"/>
              </a:rPr>
              <a:t> -&gt; </a:t>
            </a:r>
            <a:r>
              <a:rPr lang="de-DE" dirty="0" err="1">
                <a:ea typeface="+mn-lt"/>
                <a:cs typeface="+mn-lt"/>
              </a:rPr>
              <a:t>work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anywhere</a:t>
            </a:r>
            <a:r>
              <a:rPr lang="de-DE" dirty="0">
                <a:ea typeface="+mn-lt"/>
                <a:cs typeface="+mn-lt"/>
              </a:rPr>
              <a:t>,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2000s – 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Thin</a:t>
            </a:r>
            <a:r>
              <a:rPr lang="de-DE" dirty="0">
                <a:ea typeface="+mn-lt"/>
                <a:cs typeface="+mn-lt"/>
              </a:rPr>
              <a:t> &amp; </a:t>
            </a:r>
            <a:r>
              <a:rPr lang="de-DE" dirty="0" err="1">
                <a:ea typeface="+mn-lt"/>
                <a:cs typeface="+mn-lt"/>
              </a:rPr>
              <a:t>lighter</a:t>
            </a:r>
            <a:r>
              <a:rPr lang="de-DE" dirty="0">
                <a:ea typeface="+mn-lt"/>
                <a:cs typeface="+mn-lt"/>
              </a:rPr>
              <a:t> portables.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2010s – </a:t>
            </a:r>
            <a:r>
              <a:rPr lang="de-DE" dirty="0">
                <a:ea typeface="+mn-lt"/>
                <a:cs typeface="+mn-lt"/>
              </a:rPr>
              <a:t> Touch </a:t>
            </a:r>
            <a:r>
              <a:rPr lang="de-DE" dirty="0" err="1">
                <a:ea typeface="+mn-lt"/>
                <a:cs typeface="+mn-lt"/>
              </a:rPr>
              <a:t>screens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tablets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2020s – 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Foldable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screens</a:t>
            </a:r>
            <a:r>
              <a:rPr lang="de-DE" dirty="0">
                <a:ea typeface="+mn-lt"/>
                <a:cs typeface="+mn-lt"/>
              </a:rPr>
              <a:t>, AI </a:t>
            </a:r>
            <a:r>
              <a:rPr lang="de-DE" dirty="0" err="1">
                <a:ea typeface="+mn-lt"/>
                <a:cs typeface="+mn-lt"/>
              </a:rPr>
              <a:t>build</a:t>
            </a:r>
            <a:r>
              <a:rPr lang="de-DE" dirty="0">
                <a:ea typeface="+mn-lt"/>
                <a:cs typeface="+mn-lt"/>
              </a:rPr>
              <a:t> in.</a:t>
            </a:r>
            <a:endParaRPr lang="de-DE" dirty="0"/>
          </a:p>
          <a:p>
            <a:pPr marL="457200" indent="-457200">
              <a:buAutoNum type="arabicPeriod"/>
            </a:pPr>
            <a:endParaRPr lang="de-DE" b="1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Tales In Tech History: The Compaq 'Luggable' And Portable Computers">
            <a:extLst>
              <a:ext uri="{FF2B5EF4-FFF2-40B4-BE49-F238E27FC236}">
                <a16:creationId xmlns:a16="http://schemas.microsoft.com/office/drawing/2014/main" id="{B2681FC6-7E65-F85D-345C-841A144D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54" y="163657"/>
            <a:ext cx="3909290" cy="220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12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E40F2B-4379-CE94-ADD0-5AD9F353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de-DE" dirty="0"/>
              <a:t>Landmark Devices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DFE3C3-3EC6-083B-01B1-9D328B422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b="1" dirty="0"/>
              <a:t>Osborne 1:</a:t>
            </a:r>
            <a:r>
              <a:rPr lang="de-DE" dirty="0"/>
              <a:t> First </a:t>
            </a:r>
            <a:r>
              <a:rPr lang="de-DE" dirty="0" err="1"/>
              <a:t>commercial</a:t>
            </a:r>
            <a:r>
              <a:rPr lang="de-DE" dirty="0"/>
              <a:t> "portable" </a:t>
            </a:r>
            <a:r>
              <a:rPr lang="de-DE" dirty="0" err="1"/>
              <a:t>computer</a:t>
            </a:r>
            <a:r>
              <a:rPr lang="de-DE" dirty="0"/>
              <a:t>.</a:t>
            </a:r>
          </a:p>
          <a:p>
            <a:r>
              <a:rPr lang="de-DE" b="1" dirty="0"/>
              <a:t>IBM </a:t>
            </a:r>
            <a:r>
              <a:rPr lang="de-DE" b="1" err="1"/>
              <a:t>Thinkpad</a:t>
            </a:r>
            <a:r>
              <a:rPr lang="de-DE" b="1" dirty="0"/>
              <a:t>:</a:t>
            </a:r>
            <a:r>
              <a:rPr lang="de-DE" dirty="0"/>
              <a:t> Modern </a:t>
            </a:r>
            <a:r>
              <a:rPr lang="de-DE" err="1"/>
              <a:t>laptop</a:t>
            </a:r>
            <a:r>
              <a:rPr lang="de-DE"/>
              <a:t> design.</a:t>
            </a:r>
            <a:endParaRPr lang="de-DE" dirty="0"/>
          </a:p>
          <a:p>
            <a:r>
              <a:rPr lang="de-DE" b="1" dirty="0"/>
              <a:t>Apple iBook:</a:t>
            </a:r>
            <a:r>
              <a:rPr lang="de-DE" dirty="0"/>
              <a:t> First </a:t>
            </a:r>
            <a:r>
              <a:rPr lang="de-DE" err="1"/>
              <a:t>consumer</a:t>
            </a:r>
            <a:r>
              <a:rPr lang="de-DE" dirty="0"/>
              <a:t> Wi-Fi </a:t>
            </a:r>
            <a:r>
              <a:rPr lang="de-DE" err="1"/>
              <a:t>laptop</a:t>
            </a:r>
            <a:r>
              <a:rPr lang="de-DE" dirty="0"/>
              <a:t>.</a:t>
            </a:r>
          </a:p>
          <a:p>
            <a:r>
              <a:rPr lang="de-DE" b="1" dirty="0">
                <a:ea typeface="+mn-lt"/>
                <a:cs typeface="+mn-lt"/>
              </a:rPr>
              <a:t>Apple iPad (2010):</a:t>
            </a:r>
            <a:r>
              <a:rPr lang="de-DE" dirty="0">
                <a:ea typeface="+mn-lt"/>
                <a:cs typeface="+mn-lt"/>
              </a:rPr>
              <a:t> Mainstream </a:t>
            </a:r>
            <a:r>
              <a:rPr lang="de-DE" err="1">
                <a:ea typeface="+mn-lt"/>
                <a:cs typeface="+mn-lt"/>
              </a:rPr>
              <a:t>tablet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computing</a:t>
            </a:r>
            <a:endParaRPr lang="de-DE">
              <a:ea typeface="+mn-lt"/>
              <a:cs typeface="+mn-lt"/>
            </a:endParaRPr>
          </a:p>
          <a:p>
            <a:r>
              <a:rPr lang="de-DE" b="1" dirty="0">
                <a:ea typeface="+mn-lt"/>
                <a:cs typeface="+mn-lt"/>
              </a:rPr>
              <a:t>Galaxy </a:t>
            </a:r>
            <a:r>
              <a:rPr lang="de-DE" b="1" dirty="0" err="1">
                <a:ea typeface="+mn-lt"/>
                <a:cs typeface="+mn-lt"/>
              </a:rPr>
              <a:t>Fold</a:t>
            </a:r>
            <a:r>
              <a:rPr lang="de-DE" b="1" dirty="0">
                <a:ea typeface="+mn-lt"/>
                <a:cs typeface="+mn-lt"/>
              </a:rPr>
              <a:t> (2019):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Foldable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display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device</a:t>
            </a:r>
            <a:endParaRPr lang="de-DE" dirty="0" err="1"/>
          </a:p>
        </p:txBody>
      </p:sp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D5AE7D18-40AF-9617-8C34-869184565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18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2B624-BAD3-15AB-B194-75469737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Osborne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CA934E-2F3B-A511-7182-4DF3F377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CPU: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Zilog</a:t>
            </a:r>
            <a:r>
              <a:rPr lang="de-DE" dirty="0">
                <a:ea typeface="+mn-lt"/>
                <a:cs typeface="+mn-lt"/>
              </a:rPr>
              <a:t> Z80 @ 4 MHz.</a:t>
            </a:r>
          </a:p>
          <a:p>
            <a:r>
              <a:rPr lang="de-DE" b="1" dirty="0">
                <a:ea typeface="+mn-lt"/>
                <a:cs typeface="+mn-lt"/>
              </a:rPr>
              <a:t>RAM:</a:t>
            </a:r>
            <a:r>
              <a:rPr lang="de-DE" dirty="0">
                <a:ea typeface="+mn-lt"/>
                <a:cs typeface="+mn-lt"/>
              </a:rPr>
              <a:t> 64 KB.</a:t>
            </a:r>
          </a:p>
          <a:p>
            <a:r>
              <a:rPr lang="de-DE" b="1" dirty="0">
                <a:ea typeface="+mn-lt"/>
                <a:cs typeface="+mn-lt"/>
              </a:rPr>
              <a:t>Storage: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Two</a:t>
            </a:r>
            <a:r>
              <a:rPr lang="de-DE" dirty="0">
                <a:ea typeface="+mn-lt"/>
                <a:cs typeface="+mn-lt"/>
              </a:rPr>
              <a:t> 13.3cm </a:t>
            </a:r>
            <a:r>
              <a:rPr lang="de-DE" dirty="0" err="1">
                <a:ea typeface="+mn-lt"/>
                <a:cs typeface="+mn-lt"/>
              </a:rPr>
              <a:t>floppy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drives</a:t>
            </a:r>
            <a:r>
              <a:rPr lang="de-DE" dirty="0">
                <a:ea typeface="+mn-lt"/>
                <a:cs typeface="+mn-lt"/>
              </a:rPr>
              <a:t>. (91KB)</a:t>
            </a:r>
          </a:p>
          <a:p>
            <a:r>
              <a:rPr lang="de-DE" b="1" dirty="0" err="1">
                <a:ea typeface="+mn-lt"/>
                <a:cs typeface="+mn-lt"/>
              </a:rPr>
              <a:t>Weight</a:t>
            </a:r>
            <a:r>
              <a:rPr lang="de-DE" b="1" dirty="0">
                <a:ea typeface="+mn-lt"/>
                <a:cs typeface="+mn-lt"/>
              </a:rPr>
              <a:t>:</a:t>
            </a:r>
            <a:r>
              <a:rPr lang="de-DE" dirty="0">
                <a:ea typeface="+mn-lt"/>
                <a:cs typeface="+mn-lt"/>
              </a:rPr>
              <a:t> ~11 kg</a:t>
            </a:r>
            <a:endParaRPr lang="de-DE" dirty="0"/>
          </a:p>
        </p:txBody>
      </p:sp>
      <p:pic>
        <p:nvPicPr>
          <p:cNvPr id="6" name="Grafik 5" descr="Osborne 1 (1981) – when the personal computer became ...">
            <a:extLst>
              <a:ext uri="{FF2B5EF4-FFF2-40B4-BE49-F238E27FC236}">
                <a16:creationId xmlns:a16="http://schemas.microsoft.com/office/drawing/2014/main" id="{6F40158E-61FF-0FCE-E89C-E2DB83B7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954" y="1718685"/>
            <a:ext cx="6107545" cy="405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5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55B58B-DF0E-3379-0C74-6F5A5E53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400"/>
              <a:t>Modern Portable Computers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8B8892-F668-4BAC-30CB-801EE99A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>
                <a:ea typeface="+mn-lt"/>
                <a:cs typeface="+mn-lt"/>
              </a:rPr>
              <a:t>Sleeker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lighter</a:t>
            </a:r>
            <a:r>
              <a:rPr lang="de-DE" dirty="0">
                <a:ea typeface="+mn-lt"/>
                <a:cs typeface="+mn-lt"/>
              </a:rPr>
              <a:t>, and </a:t>
            </a:r>
            <a:r>
              <a:rPr lang="de-DE" dirty="0" err="1">
                <a:ea typeface="+mn-lt"/>
                <a:cs typeface="+mn-lt"/>
              </a:rPr>
              <a:t>more</a:t>
            </a:r>
            <a:r>
              <a:rPr lang="de-DE" dirty="0">
                <a:ea typeface="+mn-lt"/>
                <a:cs typeface="+mn-lt"/>
              </a:rPr>
              <a:t> powerful </a:t>
            </a:r>
            <a:r>
              <a:rPr lang="de-DE" dirty="0" err="1">
                <a:ea typeface="+mn-lt"/>
                <a:cs typeface="+mn-lt"/>
              </a:rPr>
              <a:t>than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early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devices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dirty="0">
                <a:ea typeface="+mn-lt"/>
                <a:cs typeface="+mn-lt"/>
              </a:rPr>
              <a:t>Features: </a:t>
            </a:r>
            <a:r>
              <a:rPr lang="de-DE" dirty="0" err="1">
                <a:ea typeface="+mn-lt"/>
                <a:cs typeface="+mn-lt"/>
              </a:rPr>
              <a:t>long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battery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life</a:t>
            </a:r>
            <a:r>
              <a:rPr lang="de-DE" dirty="0">
                <a:ea typeface="+mn-lt"/>
                <a:cs typeface="+mn-lt"/>
              </a:rPr>
              <a:t>, high-resolution </a:t>
            </a:r>
            <a:r>
              <a:rPr lang="de-DE" dirty="0" err="1">
                <a:ea typeface="+mn-lt"/>
                <a:cs typeface="+mn-lt"/>
              </a:rPr>
              <a:t>screens</a:t>
            </a:r>
            <a:r>
              <a:rPr lang="de-DE" dirty="0">
                <a:ea typeface="+mn-lt"/>
                <a:cs typeface="+mn-lt"/>
              </a:rPr>
              <a:t>, fast SSD </a:t>
            </a:r>
            <a:r>
              <a:rPr lang="de-DE" dirty="0" err="1">
                <a:ea typeface="+mn-lt"/>
                <a:cs typeface="+mn-lt"/>
              </a:rPr>
              <a:t>storage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dirty="0">
                <a:ea typeface="+mn-lt"/>
                <a:cs typeface="+mn-lt"/>
              </a:rPr>
              <a:t>Connectivity: Wi-Fi, Bluetooth, USB-C, Thunderbolt.</a:t>
            </a:r>
          </a:p>
          <a:p>
            <a:r>
              <a:rPr lang="de-DE" b="1" dirty="0" err="1"/>
              <a:t>Examples</a:t>
            </a:r>
            <a:r>
              <a:rPr lang="de-DE" b="1" dirty="0"/>
              <a:t>: </a:t>
            </a:r>
            <a:r>
              <a:rPr lang="de-DE" dirty="0"/>
              <a:t>Laptops, Tablets, Smartphones etc.</a:t>
            </a:r>
          </a:p>
          <a:p>
            <a:endParaRPr lang="de-DE" dirty="0"/>
          </a:p>
        </p:txBody>
      </p:sp>
      <p:pic>
        <p:nvPicPr>
          <p:cNvPr id="4" name="Grafik 3" descr="How portable computing devices affect our everyday lives">
            <a:extLst>
              <a:ext uri="{FF2B5EF4-FFF2-40B4-BE49-F238E27FC236}">
                <a16:creationId xmlns:a16="http://schemas.microsoft.com/office/drawing/2014/main" id="{203FF2BB-70CB-F678-7F05-A37678C4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2760366"/>
            <a:ext cx="4375829" cy="353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1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20AF63-E809-1432-6727-14EC8728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de-DE" sz="3600"/>
              <a:t>Then vs Now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54E1D79-B6E7-EBE5-C744-CF113CCC7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60830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525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804E1-4945-1BD5-DF53-478B097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de-DE" sz="3600"/>
              <a:t>Portable Computer Hardware</a:t>
            </a:r>
          </a:p>
        </p:txBody>
      </p:sp>
      <p:cxnSp>
        <p:nvCxnSpPr>
          <p:cNvPr id="33" name="Straight Connector 23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Inhaltsplatzhalter 2">
            <a:extLst>
              <a:ext uri="{FF2B5EF4-FFF2-40B4-BE49-F238E27FC236}">
                <a16:creationId xmlns:a16="http://schemas.microsoft.com/office/drawing/2014/main" id="{EC032B0D-F20A-C5B7-5A30-5F0460D57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83159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730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743C2A-377D-405F-956F-D5E049F2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400"/>
              <a:t>CPU </a:t>
            </a:r>
            <a:r>
              <a:rPr lang="de-DE" sz="3400" err="1"/>
              <a:t>Architectures</a:t>
            </a:r>
            <a:r>
              <a:rPr lang="de-DE" sz="3400"/>
              <a:t> </a:t>
            </a:r>
            <a:r>
              <a:rPr lang="de-DE" sz="3400" err="1"/>
              <a:t>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76A5E8-38FA-28D5-FFD6-60AA53C84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/>
              <a:t>x86.</a:t>
            </a:r>
          </a:p>
          <a:p>
            <a:r>
              <a:rPr lang="de-DE" dirty="0"/>
              <a:t>ARM.</a:t>
            </a:r>
          </a:p>
          <a:p>
            <a:r>
              <a:rPr lang="de-DE" dirty="0"/>
              <a:t>RISC-V.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7E25D1B7-9218-3CCA-945F-95D3C8B5B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4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38822-8DE9-CB47-8CCC-27320C53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x86 Architecture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0C8AC9-10FB-3B16-C089-9542D09EF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08" y="2676401"/>
            <a:ext cx="5458496" cy="2052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 err="1"/>
              <a:t>Strengths</a:t>
            </a:r>
            <a:r>
              <a:rPr lang="de-DE" b="1" dirty="0"/>
              <a:t>.</a:t>
            </a:r>
          </a:p>
          <a:p>
            <a:r>
              <a:rPr lang="de-DE" dirty="0"/>
              <a:t>High </a:t>
            </a:r>
            <a:r>
              <a:rPr lang="de-DE" dirty="0" err="1"/>
              <a:t>performance</a:t>
            </a:r>
            <a:r>
              <a:rPr lang="de-DE" dirty="0"/>
              <a:t>.</a:t>
            </a:r>
          </a:p>
          <a:p>
            <a:r>
              <a:rPr lang="de-DE" dirty="0"/>
              <a:t>Strong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compatibility</a:t>
            </a:r>
            <a:r>
              <a:rPr lang="de-DE" dirty="0"/>
              <a:t>.</a:t>
            </a:r>
          </a:p>
          <a:p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workloads</a:t>
            </a:r>
            <a:r>
              <a:rPr lang="de-DE" dirty="0"/>
              <a:t> like CAD, </a:t>
            </a:r>
            <a:r>
              <a:rPr lang="de-DE" dirty="0" err="1"/>
              <a:t>gaming</a:t>
            </a:r>
            <a:r>
              <a:rPr lang="de-DE" dirty="0"/>
              <a:t>, </a:t>
            </a:r>
            <a:r>
              <a:rPr lang="de-DE" dirty="0" err="1"/>
              <a:t>coding</a:t>
            </a:r>
            <a:r>
              <a:rPr lang="de-DE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455D03F-8B0E-4D4F-3DA3-CACE1A9F23DB}"/>
              </a:ext>
            </a:extLst>
          </p:cNvPr>
          <p:cNvSpPr txBox="1"/>
          <p:nvPr/>
        </p:nvSpPr>
        <p:spPr>
          <a:xfrm>
            <a:off x="6480851" y="2680621"/>
            <a:ext cx="6175570" cy="2113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dirty="0" err="1"/>
              <a:t>Weaknesses</a:t>
            </a:r>
            <a:r>
              <a:rPr lang="de-DE" sz="2000" b="1" dirty="0"/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/>
              <a:t>Higher power </a:t>
            </a:r>
            <a:r>
              <a:rPr lang="de-DE" sz="2000" dirty="0" err="1"/>
              <a:t>draw</a:t>
            </a:r>
            <a:r>
              <a:rPr lang="de-DE" sz="2000" dirty="0"/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/>
              <a:t>Generates </a:t>
            </a:r>
            <a:r>
              <a:rPr lang="de-DE" sz="2000" dirty="0" err="1"/>
              <a:t>more</a:t>
            </a:r>
            <a:r>
              <a:rPr lang="de-DE" sz="2000" dirty="0"/>
              <a:t> </a:t>
            </a:r>
            <a:r>
              <a:rPr lang="de-DE" sz="2000" dirty="0" err="1"/>
              <a:t>heat</a:t>
            </a:r>
            <a:r>
              <a:rPr lang="de-DE" sz="2000" dirty="0"/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 err="1"/>
              <a:t>Often</a:t>
            </a:r>
            <a:r>
              <a:rPr lang="de-DE" sz="2000" dirty="0"/>
              <a:t> </a:t>
            </a:r>
            <a:r>
              <a:rPr lang="de-DE" sz="2000" dirty="0" err="1"/>
              <a:t>needs</a:t>
            </a:r>
            <a:r>
              <a:rPr lang="de-DE" sz="2000" dirty="0"/>
              <a:t> </a:t>
            </a:r>
            <a:r>
              <a:rPr lang="de-DE" sz="2000" dirty="0" err="1"/>
              <a:t>active</a:t>
            </a:r>
            <a:r>
              <a:rPr lang="de-DE" sz="2000" dirty="0"/>
              <a:t> </a:t>
            </a:r>
            <a:r>
              <a:rPr lang="de-DE" sz="2000" dirty="0" err="1"/>
              <a:t>cooling</a:t>
            </a:r>
            <a:r>
              <a:rPr lang="de-DE" sz="2000" dirty="0"/>
              <a:t> (</a:t>
            </a:r>
            <a:r>
              <a:rPr lang="de-DE" sz="2000" dirty="0" err="1"/>
              <a:t>fans</a:t>
            </a:r>
            <a:r>
              <a:rPr lang="de-DE" sz="2000" dirty="0"/>
              <a:t>).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50248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576E-D574-2A27-45E6-EAD2CC6E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0297E-9299-5272-316F-5727C334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ARM Architecture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9BDA87-F3B4-9272-2798-C819B6B4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308042" cy="4143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 err="1"/>
              <a:t>Strengths</a:t>
            </a:r>
            <a:r>
              <a:rPr lang="de-DE" b="1" dirty="0"/>
              <a:t>.</a:t>
            </a:r>
          </a:p>
          <a:p>
            <a:r>
              <a:rPr lang="de-DE" dirty="0">
                <a:ea typeface="+mn-lt"/>
                <a:cs typeface="+mn-lt"/>
              </a:rPr>
              <a:t>Very </a:t>
            </a:r>
            <a:r>
              <a:rPr lang="de-DE" dirty="0" err="1">
                <a:ea typeface="+mn-lt"/>
                <a:cs typeface="+mn-lt"/>
              </a:rPr>
              <a:t>energy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efficient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/>
          </a:p>
          <a:p>
            <a:r>
              <a:rPr lang="de-DE" dirty="0">
                <a:ea typeface="+mn-lt"/>
                <a:cs typeface="+mn-lt"/>
              </a:rPr>
              <a:t>Runs cool → passive </a:t>
            </a:r>
            <a:r>
              <a:rPr lang="de-DE" dirty="0" err="1">
                <a:ea typeface="+mn-lt"/>
                <a:cs typeface="+mn-lt"/>
              </a:rPr>
              <a:t>cooling</a:t>
            </a:r>
            <a:r>
              <a:rPr lang="de-DE" dirty="0">
                <a:ea typeface="+mn-lt"/>
                <a:cs typeface="+mn-lt"/>
              </a:rPr>
              <a:t> possible.</a:t>
            </a:r>
            <a:endParaRPr lang="de-DE" dirty="0"/>
          </a:p>
          <a:p>
            <a:r>
              <a:rPr lang="de-DE" dirty="0">
                <a:ea typeface="+mn-lt"/>
                <a:cs typeface="+mn-lt"/>
              </a:rPr>
              <a:t>Long </a:t>
            </a:r>
            <a:r>
              <a:rPr lang="de-DE" dirty="0" err="1">
                <a:ea typeface="+mn-lt"/>
                <a:cs typeface="+mn-lt"/>
              </a:rPr>
              <a:t>battery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life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>
              <a:ea typeface="+mn-lt"/>
              <a:cs typeface="+mn-lt"/>
            </a:endParaRPr>
          </a:p>
          <a:p>
            <a:r>
              <a:rPr lang="de-DE" dirty="0" err="1">
                <a:ea typeface="+mn-lt"/>
                <a:cs typeface="+mn-lt"/>
              </a:rPr>
              <a:t>Highly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integrated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SoCs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E7B29A-FB13-746B-50E3-4E9E8E31A522}"/>
              </a:ext>
            </a:extLst>
          </p:cNvPr>
          <p:cNvSpPr txBox="1"/>
          <p:nvPr/>
        </p:nvSpPr>
        <p:spPr>
          <a:xfrm>
            <a:off x="5895630" y="2637690"/>
            <a:ext cx="5805456" cy="1272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dirty="0" err="1"/>
              <a:t>Weaknesses</a:t>
            </a:r>
            <a:r>
              <a:rPr lang="de-DE" sz="2000" b="1" dirty="0"/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 err="1">
                <a:ea typeface="+mn-lt"/>
                <a:cs typeface="+mn-lt"/>
              </a:rPr>
              <a:t>Historically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weaker</a:t>
            </a:r>
            <a:r>
              <a:rPr lang="de-DE" sz="2000" dirty="0">
                <a:ea typeface="+mn-lt"/>
                <a:cs typeface="+mn-lt"/>
              </a:rPr>
              <a:t> high-end </a:t>
            </a:r>
            <a:r>
              <a:rPr lang="de-DE" sz="2000" dirty="0" err="1">
                <a:ea typeface="+mn-lt"/>
                <a:cs typeface="+mn-lt"/>
              </a:rPr>
              <a:t>performance</a:t>
            </a:r>
            <a:r>
              <a:rPr lang="de-DE" sz="2000" dirty="0">
                <a:ea typeface="+mn-lt"/>
                <a:cs typeface="+mn-lt"/>
              </a:rPr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Software </a:t>
            </a:r>
            <a:r>
              <a:rPr lang="de-DE" sz="2000" dirty="0" err="1">
                <a:ea typeface="+mn-lt"/>
                <a:cs typeface="+mn-lt"/>
              </a:rPr>
              <a:t>compatibility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issues</a:t>
            </a:r>
            <a:r>
              <a:rPr lang="de-DE" sz="2000" dirty="0">
                <a:ea typeface="+mn-lt"/>
                <a:cs typeface="+mn-lt"/>
              </a:rPr>
              <a:t> on </a:t>
            </a:r>
            <a:r>
              <a:rPr lang="de-DE" sz="2000" dirty="0" err="1">
                <a:ea typeface="+mn-lt"/>
                <a:cs typeface="+mn-lt"/>
              </a:rPr>
              <a:t>some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laptops</a:t>
            </a:r>
            <a:r>
              <a:rPr lang="de-DE" sz="2000" dirty="0">
                <a:ea typeface="+mn-lt"/>
                <a:cs typeface="+mn-lt"/>
              </a:rPr>
              <a:t>.</a:t>
            </a:r>
            <a:endParaRPr lang="de-DE" sz="2000" dirty="0" err="1"/>
          </a:p>
        </p:txBody>
      </p:sp>
    </p:spTree>
    <p:extLst>
      <p:ext uri="{BB962C8B-B14F-4D97-AF65-F5344CB8AC3E}">
        <p14:creationId xmlns:p14="http://schemas.microsoft.com/office/powerpoint/2010/main" val="66818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091D-7460-FDE7-EBC9-B92E8DE4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997E5D-F6CD-3AB6-3B7E-41A588B84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RISC-V Architecture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A99DDF-3FE6-7844-D78F-5CC46F8F9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37" y="2579043"/>
            <a:ext cx="6308042" cy="4143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err="1"/>
              <a:t>Strengths</a:t>
            </a:r>
            <a:r>
              <a:rPr lang="de-DE" b="1" dirty="0"/>
              <a:t>.</a:t>
            </a:r>
            <a:endParaRPr lang="de-DE"/>
          </a:p>
          <a:p>
            <a:r>
              <a:rPr lang="de-DE" dirty="0">
                <a:ea typeface="+mn-lt"/>
                <a:cs typeface="+mn-lt"/>
              </a:rPr>
              <a:t>Open-source </a:t>
            </a:r>
            <a:r>
              <a:rPr lang="de-DE" dirty="0" err="1">
                <a:ea typeface="+mn-lt"/>
                <a:cs typeface="+mn-lt"/>
              </a:rPr>
              <a:t>instruction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set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/>
          </a:p>
          <a:p>
            <a:r>
              <a:rPr lang="de-DE" dirty="0" err="1">
                <a:ea typeface="+mn-lt"/>
                <a:cs typeface="+mn-lt"/>
              </a:rPr>
              <a:t>Extremely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customizable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Very </a:t>
            </a:r>
            <a:r>
              <a:rPr lang="de-DE" dirty="0" err="1">
                <a:ea typeface="+mn-lt"/>
                <a:cs typeface="+mn-lt"/>
              </a:rPr>
              <a:t>low</a:t>
            </a:r>
            <a:r>
              <a:rPr lang="de-DE" dirty="0">
                <a:ea typeface="+mn-lt"/>
                <a:cs typeface="+mn-lt"/>
              </a:rPr>
              <a:t> power -&gt; </a:t>
            </a:r>
            <a:r>
              <a:rPr lang="de-DE" dirty="0" err="1">
                <a:ea typeface="+mn-lt"/>
                <a:cs typeface="+mn-lt"/>
              </a:rPr>
              <a:t>great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wearables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88380C-96E9-872F-9733-7331213D5CA9}"/>
              </a:ext>
            </a:extLst>
          </p:cNvPr>
          <p:cNvSpPr txBox="1"/>
          <p:nvPr/>
        </p:nvSpPr>
        <p:spPr>
          <a:xfrm>
            <a:off x="5961710" y="2584028"/>
            <a:ext cx="5805456" cy="1272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dirty="0" err="1"/>
              <a:t>Weaknesses</a:t>
            </a:r>
            <a:r>
              <a:rPr lang="de-DE" sz="2000" b="1" dirty="0"/>
              <a:t>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Software </a:t>
            </a:r>
            <a:r>
              <a:rPr lang="de-DE" sz="2000" dirty="0" err="1">
                <a:ea typeface="+mn-lt"/>
                <a:cs typeface="+mn-lt"/>
              </a:rPr>
              <a:t>ecosystem</a:t>
            </a:r>
            <a:r>
              <a:rPr lang="de-DE" sz="2000" dirty="0">
                <a:ea typeface="+mn-lt"/>
                <a:cs typeface="+mn-lt"/>
              </a:rPr>
              <a:t> still </a:t>
            </a:r>
            <a:r>
              <a:rPr lang="de-DE" sz="2000" dirty="0" err="1">
                <a:ea typeface="+mn-lt"/>
                <a:cs typeface="+mn-lt"/>
              </a:rPr>
              <a:t>young</a:t>
            </a:r>
            <a:r>
              <a:rPr lang="de-DE" sz="2000" dirty="0">
                <a:ea typeface="+mn-lt"/>
                <a:cs typeface="+mn-lt"/>
              </a:rPr>
              <a:t>.</a:t>
            </a:r>
            <a:endParaRPr lang="de-DE" sz="2000" dirty="0" err="1">
              <a:ea typeface="+mn-lt"/>
              <a:cs typeface="+mn-lt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Limited </a:t>
            </a:r>
            <a:r>
              <a:rPr lang="de-DE" sz="2000" dirty="0" err="1">
                <a:ea typeface="+mn-lt"/>
                <a:cs typeface="+mn-lt"/>
              </a:rPr>
              <a:t>consumer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hardware</a:t>
            </a:r>
            <a:r>
              <a:rPr lang="de-DE" sz="2000" dirty="0">
                <a:ea typeface="+mn-lt"/>
                <a:cs typeface="+mn-lt"/>
              </a:rPr>
              <a:t> (</a:t>
            </a:r>
            <a:r>
              <a:rPr lang="de-DE" sz="2000" dirty="0" err="1">
                <a:ea typeface="+mn-lt"/>
                <a:cs typeface="+mn-lt"/>
              </a:rPr>
              <a:t>for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now</a:t>
            </a:r>
            <a:r>
              <a:rPr lang="de-DE" sz="2000" dirty="0">
                <a:ea typeface="+mn-lt"/>
                <a:cs typeface="+mn-lt"/>
              </a:rPr>
              <a:t>).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47328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CE0B3-7D97-A139-1212-D0AC53E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CPU Architecture 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3F2FCE-B3D6-1713-E0F9-2390296A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x86: High power,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, expensive -&gt; </a:t>
            </a:r>
            <a:r>
              <a:rPr lang="de-DE" dirty="0" err="1"/>
              <a:t>laptops</a:t>
            </a:r>
            <a:r>
              <a:rPr lang="de-DE" dirty="0"/>
              <a:t> &amp;</a:t>
            </a:r>
            <a:r>
              <a:rPr lang="de-DE" dirty="0" err="1"/>
              <a:t>desktops</a:t>
            </a:r>
            <a:r>
              <a:rPr lang="de-DE" dirty="0"/>
              <a:t>.</a:t>
            </a:r>
          </a:p>
          <a:p>
            <a:r>
              <a:rPr lang="de-DE" dirty="0"/>
              <a:t>ARM: Low power, </a:t>
            </a:r>
            <a:r>
              <a:rPr lang="de-DE" dirty="0" err="1"/>
              <a:t>efficient</a:t>
            </a:r>
            <a:r>
              <a:rPr lang="de-DE" dirty="0"/>
              <a:t>, </a:t>
            </a:r>
            <a:r>
              <a:rPr lang="de-DE" dirty="0" err="1"/>
              <a:t>runs</a:t>
            </a:r>
            <a:r>
              <a:rPr lang="de-DE" dirty="0"/>
              <a:t> cool -&gt; </a:t>
            </a:r>
            <a:r>
              <a:rPr lang="de-DE" dirty="0" err="1"/>
              <a:t>phones</a:t>
            </a:r>
            <a:r>
              <a:rPr lang="de-DE" dirty="0"/>
              <a:t> &amp; </a:t>
            </a:r>
            <a:r>
              <a:rPr lang="de-DE" dirty="0" err="1"/>
              <a:t>tablets</a:t>
            </a:r>
            <a:r>
              <a:rPr lang="de-DE" dirty="0"/>
              <a:t>.</a:t>
            </a:r>
          </a:p>
          <a:p>
            <a:r>
              <a:rPr lang="de-DE" dirty="0"/>
              <a:t>RISC-V: Open-source,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 power -&gt; IoT &amp; </a:t>
            </a:r>
            <a:r>
              <a:rPr lang="de-DE" dirty="0" err="1"/>
              <a:t>wearables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9367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E7808C-F80E-D7B3-2580-B6B47B0F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de-DE" dirty="0"/>
              <a:t>Cooling Solutions</a:t>
            </a:r>
          </a:p>
        </p:txBody>
      </p:sp>
      <p:pic>
        <p:nvPicPr>
          <p:cNvPr id="4" name="Grafik 3" descr="Cooling - Exuvi8">
            <a:extLst>
              <a:ext uri="{FF2B5EF4-FFF2-40B4-BE49-F238E27FC236}">
                <a16:creationId xmlns:a16="http://schemas.microsoft.com/office/drawing/2014/main" id="{2CC2050A-92AD-F247-E44F-8B9F4226E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08" r="11109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3AAB9B-F723-9DD3-41A7-9F5B5FE5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093" y="2633236"/>
            <a:ext cx="6623005" cy="3757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Passive: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fans</a:t>
            </a:r>
            <a:r>
              <a:rPr lang="de-DE" dirty="0"/>
              <a:t>, </a:t>
            </a:r>
            <a:r>
              <a:rPr lang="de-DE" dirty="0" err="1"/>
              <a:t>silent</a:t>
            </a:r>
            <a:r>
              <a:rPr lang="de-DE" dirty="0"/>
              <a:t> (</a:t>
            </a:r>
            <a:r>
              <a:rPr lang="de-DE" dirty="0" err="1"/>
              <a:t>phones</a:t>
            </a:r>
            <a:r>
              <a:rPr lang="de-DE" dirty="0"/>
              <a:t>, </a:t>
            </a:r>
            <a:r>
              <a:rPr lang="de-DE" dirty="0" err="1"/>
              <a:t>tablets</a:t>
            </a:r>
            <a:r>
              <a:rPr lang="de-DE" dirty="0"/>
              <a:t>)</a:t>
            </a:r>
          </a:p>
          <a:p>
            <a:r>
              <a:rPr lang="de-DE" dirty="0" err="1"/>
              <a:t>Active</a:t>
            </a:r>
            <a:r>
              <a:rPr lang="de-DE" dirty="0"/>
              <a:t>: Fans + </a:t>
            </a:r>
            <a:r>
              <a:rPr lang="de-DE" dirty="0" err="1"/>
              <a:t>heatsinks</a:t>
            </a:r>
            <a:r>
              <a:rPr lang="de-DE" dirty="0"/>
              <a:t> (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laptops</a:t>
            </a:r>
            <a:r>
              <a:rPr lang="de-DE" dirty="0"/>
              <a:t>)</a:t>
            </a:r>
          </a:p>
          <a:p>
            <a:r>
              <a:rPr lang="de-DE" dirty="0" err="1"/>
              <a:t>Vapor</a:t>
            </a:r>
            <a:r>
              <a:rPr lang="de-DE" dirty="0"/>
              <a:t> Chamber: Liquid </a:t>
            </a:r>
            <a:r>
              <a:rPr lang="de-DE" dirty="0" err="1"/>
              <a:t>evaporation</a:t>
            </a:r>
            <a:r>
              <a:rPr lang="de-DE" dirty="0"/>
              <a:t> (</a:t>
            </a:r>
            <a:r>
              <a:rPr lang="de-DE" dirty="0" err="1"/>
              <a:t>gaming</a:t>
            </a:r>
            <a:r>
              <a:rPr lang="de-DE" dirty="0"/>
              <a:t> </a:t>
            </a:r>
            <a:r>
              <a:rPr lang="de-DE" dirty="0" err="1"/>
              <a:t>laptops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smartphones</a:t>
            </a:r>
            <a:r>
              <a:rPr lang="de-DE" dirty="0"/>
              <a:t>)</a:t>
            </a:r>
          </a:p>
          <a:p>
            <a:r>
              <a:rPr lang="de-DE" dirty="0"/>
              <a:t>Liquid: </a:t>
            </a:r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(</a:t>
            </a:r>
            <a:r>
              <a:rPr lang="de-DE" dirty="0" err="1"/>
              <a:t>gaming</a:t>
            </a:r>
            <a:r>
              <a:rPr lang="de-DE" dirty="0"/>
              <a:t> </a:t>
            </a:r>
            <a:r>
              <a:rPr lang="de-DE" dirty="0" err="1"/>
              <a:t>laptops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smartphones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3665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9F1D85-8435-E71B-B7BD-2908334B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de-DE" dirty="0" err="1"/>
              <a:t>Battery</a:t>
            </a:r>
            <a:r>
              <a:rPr lang="de-DE" dirty="0"/>
              <a:t> &amp; Efficiency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52E39127-E11B-CA22-EDBF-4CE4AAFC2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313312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067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A9BBC7-CB83-EFD1-32EE-1D395146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de-DE" sz="3300"/>
              <a:t>Why Foldable / Dual Screen Devices exist?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506BCE-E0E0-CACB-C5CD-4D4FF3BBA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/>
              <a:t>Solves</a:t>
            </a:r>
            <a:r>
              <a:rPr lang="de-DE" dirty="0"/>
              <a:t> </a:t>
            </a:r>
            <a:r>
              <a:rPr lang="de-DE" dirty="0" err="1"/>
              <a:t>big</a:t>
            </a:r>
            <a:r>
              <a:rPr lang="de-DE" dirty="0"/>
              <a:t> screen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portability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.</a:t>
            </a:r>
          </a:p>
          <a:p>
            <a:r>
              <a:rPr lang="de-DE" dirty="0"/>
              <a:t>Flexible OLED </a:t>
            </a:r>
            <a:r>
              <a:rPr lang="de-DE" err="1"/>
              <a:t>displays</a:t>
            </a:r>
            <a:r>
              <a:rPr lang="de-DE" dirty="0"/>
              <a:t>.</a:t>
            </a:r>
          </a:p>
          <a:p>
            <a:r>
              <a:rPr lang="de-DE" dirty="0" err="1">
                <a:ea typeface="+mn-lt"/>
                <a:cs typeface="+mn-lt"/>
              </a:rPr>
              <a:t>Productivity</a:t>
            </a:r>
            <a:r>
              <a:rPr lang="de-DE" dirty="0">
                <a:ea typeface="+mn-lt"/>
                <a:cs typeface="+mn-lt"/>
              </a:rPr>
              <a:t> &amp; </a:t>
            </a:r>
            <a:r>
              <a:rPr lang="de-DE" dirty="0" err="1">
                <a:ea typeface="+mn-lt"/>
                <a:cs typeface="+mn-lt"/>
              </a:rPr>
              <a:t>media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benefits</a:t>
            </a:r>
          </a:p>
          <a:p>
            <a:endParaRPr lang="de-DE" dirty="0">
              <a:ea typeface="+mn-lt"/>
              <a:cs typeface="+mn-lt"/>
            </a:endParaRPr>
          </a:p>
        </p:txBody>
      </p:sp>
      <p:pic>
        <p:nvPicPr>
          <p:cNvPr id="4" name="Grafik 3" descr="ThinkPad X1 Fold | The world's first foldable PC | Lenovo IE">
            <a:extLst>
              <a:ext uri="{FF2B5EF4-FFF2-40B4-BE49-F238E27FC236}">
                <a16:creationId xmlns:a16="http://schemas.microsoft.com/office/drawing/2014/main" id="{F40D6EC9-DCF2-AFB5-4E10-BA0868AE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16" b="-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20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C3542-F1E6-B0B5-C52D-984DE88D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Integration &amp; </a:t>
            </a:r>
            <a:r>
              <a:rPr lang="de-DE" dirty="0" err="1"/>
              <a:t>Soldering</a:t>
            </a:r>
            <a:r>
              <a:rPr lang="de-DE" dirty="0"/>
              <a:t>.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C7B2D82-C73C-964C-D72D-D18162F32E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818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8AB578-6EF5-F32C-155A-14AAA82D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de-DE" dirty="0"/>
              <a:t>Advantages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A81C7-8FFE-C267-0B8D-74860BC7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Mobility:</a:t>
            </a:r>
            <a:r>
              <a:rPr lang="de-DE" dirty="0">
                <a:ea typeface="+mn-lt"/>
                <a:cs typeface="+mn-lt"/>
              </a:rPr>
              <a:t> Work </a:t>
            </a:r>
            <a:r>
              <a:rPr lang="de-DE" dirty="0" err="1">
                <a:ea typeface="+mn-lt"/>
                <a:cs typeface="+mn-lt"/>
              </a:rPr>
              <a:t>anywhere</a:t>
            </a:r>
            <a:r>
              <a:rPr lang="de-DE" dirty="0">
                <a:ea typeface="+mn-lt"/>
                <a:cs typeface="+mn-lt"/>
              </a:rPr>
              <a:t> — </a:t>
            </a:r>
            <a:r>
              <a:rPr lang="de-DE" dirty="0" err="1">
                <a:ea typeface="+mn-lt"/>
                <a:cs typeface="+mn-lt"/>
              </a:rPr>
              <a:t>home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school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café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travel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>
                <a:ea typeface="+mn-lt"/>
                <a:cs typeface="+mn-lt"/>
              </a:rPr>
              <a:t>All-in-</a:t>
            </a:r>
            <a:r>
              <a:rPr lang="de-DE" b="1" dirty="0" err="1">
                <a:ea typeface="+mn-lt"/>
                <a:cs typeface="+mn-lt"/>
              </a:rPr>
              <a:t>One</a:t>
            </a:r>
            <a:r>
              <a:rPr lang="de-DE" b="1" dirty="0">
                <a:ea typeface="+mn-lt"/>
                <a:cs typeface="+mn-lt"/>
              </a:rPr>
              <a:t> Design: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Built</a:t>
            </a:r>
            <a:r>
              <a:rPr lang="de-DE" dirty="0">
                <a:ea typeface="+mn-lt"/>
                <a:cs typeface="+mn-lt"/>
              </a:rPr>
              <a:t>-in screen, </a:t>
            </a:r>
            <a:r>
              <a:rPr lang="de-DE" dirty="0" err="1">
                <a:ea typeface="+mn-lt"/>
                <a:cs typeface="+mn-lt"/>
              </a:rPr>
              <a:t>keyboard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battery</a:t>
            </a:r>
            <a:r>
              <a:rPr lang="de-DE" dirty="0">
                <a:ea typeface="+mn-lt"/>
                <a:cs typeface="+mn-lt"/>
              </a:rPr>
              <a:t>, and </a:t>
            </a:r>
            <a:r>
              <a:rPr lang="de-DE" dirty="0" err="1">
                <a:ea typeface="+mn-lt"/>
                <a:cs typeface="+mn-lt"/>
              </a:rPr>
              <a:t>touchpad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>
                <a:ea typeface="+mn-lt"/>
                <a:cs typeface="+mn-lt"/>
              </a:rPr>
              <a:t>Energy </a:t>
            </a:r>
            <a:r>
              <a:rPr lang="de-DE" b="1" dirty="0" err="1">
                <a:ea typeface="+mn-lt"/>
                <a:cs typeface="+mn-lt"/>
              </a:rPr>
              <a:t>Efficient</a:t>
            </a:r>
            <a:r>
              <a:rPr lang="de-DE" b="1" dirty="0">
                <a:ea typeface="+mn-lt"/>
                <a:cs typeface="+mn-lt"/>
              </a:rPr>
              <a:t>:</a:t>
            </a:r>
            <a:r>
              <a:rPr lang="de-DE" dirty="0">
                <a:ea typeface="+mn-lt"/>
                <a:cs typeface="+mn-lt"/>
              </a:rPr>
              <a:t> Runs on </a:t>
            </a:r>
            <a:r>
              <a:rPr lang="de-DE" dirty="0" err="1">
                <a:ea typeface="+mn-lt"/>
                <a:cs typeface="+mn-lt"/>
              </a:rPr>
              <a:t>battery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lower</a:t>
            </a:r>
            <a:r>
              <a:rPr lang="de-DE" dirty="0">
                <a:ea typeface="+mn-lt"/>
                <a:cs typeface="+mn-lt"/>
              </a:rPr>
              <a:t> power </a:t>
            </a:r>
            <a:r>
              <a:rPr lang="de-DE" dirty="0" err="1">
                <a:ea typeface="+mn-lt"/>
                <a:cs typeface="+mn-lt"/>
              </a:rPr>
              <a:t>consumption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than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desktops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 err="1">
              <a:ea typeface="+mn-lt"/>
              <a:cs typeface="+mn-lt"/>
            </a:endParaRPr>
          </a:p>
          <a:p>
            <a:r>
              <a:rPr lang="de-DE" b="1" dirty="0">
                <a:ea typeface="+mn-lt"/>
                <a:cs typeface="+mn-lt"/>
              </a:rPr>
              <a:t>Space </a:t>
            </a:r>
            <a:r>
              <a:rPr lang="de-DE" b="1" dirty="0" err="1">
                <a:ea typeface="+mn-lt"/>
                <a:cs typeface="+mn-lt"/>
              </a:rPr>
              <a:t>Saving</a:t>
            </a:r>
            <a:r>
              <a:rPr lang="de-DE" b="1" dirty="0">
                <a:ea typeface="+mn-lt"/>
                <a:cs typeface="+mn-lt"/>
              </a:rPr>
              <a:t>:</a:t>
            </a:r>
            <a:r>
              <a:rPr lang="de-DE" dirty="0">
                <a:ea typeface="+mn-lt"/>
                <a:cs typeface="+mn-lt"/>
              </a:rPr>
              <a:t> Compact, </a:t>
            </a:r>
            <a:r>
              <a:rPr lang="de-DE" dirty="0" err="1">
                <a:ea typeface="+mn-lt"/>
                <a:cs typeface="+mn-lt"/>
              </a:rPr>
              <a:t>lightweight</a:t>
            </a:r>
            <a:r>
              <a:rPr lang="de-DE" dirty="0">
                <a:ea typeface="+mn-lt"/>
                <a:cs typeface="+mn-lt"/>
              </a:rPr>
              <a:t>, easy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carry.</a:t>
            </a:r>
            <a:endParaRPr lang="de-DE" dirty="0"/>
          </a:p>
        </p:txBody>
      </p:sp>
      <p:pic>
        <p:nvPicPr>
          <p:cNvPr id="5" name="Grafik 4" descr="Advantages Detailed Rounded Lineal color icon | Freepik">
            <a:extLst>
              <a:ext uri="{FF2B5EF4-FFF2-40B4-BE49-F238E27FC236}">
                <a16:creationId xmlns:a16="http://schemas.microsoft.com/office/drawing/2014/main" id="{628B7B51-EFAC-3248-DA9D-2BECEBDC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3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AA4A2-EDE7-6747-EF7F-D1EE3254D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Disadvantages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83C607-F82C-F723-9608-E1E2197AB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Limited Power: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Smaller</a:t>
            </a:r>
            <a:r>
              <a:rPr lang="de-DE" dirty="0">
                <a:ea typeface="+mn-lt"/>
                <a:cs typeface="+mn-lt"/>
              </a:rPr>
              <a:t> CPUs/GPUs → </a:t>
            </a:r>
            <a:r>
              <a:rPr lang="de-DE" dirty="0" err="1">
                <a:ea typeface="+mn-lt"/>
                <a:cs typeface="+mn-lt"/>
              </a:rPr>
              <a:t>less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performance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than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desktops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 err="1">
                <a:ea typeface="+mn-lt"/>
                <a:cs typeface="+mn-lt"/>
              </a:rPr>
              <a:t>Battery</a:t>
            </a:r>
            <a:r>
              <a:rPr lang="de-DE" b="1" dirty="0">
                <a:ea typeface="+mn-lt"/>
                <a:cs typeface="+mn-lt"/>
              </a:rPr>
              <a:t> Life:</a:t>
            </a:r>
            <a:r>
              <a:rPr lang="de-DE" dirty="0">
                <a:ea typeface="+mn-lt"/>
                <a:cs typeface="+mn-lt"/>
              </a:rPr>
              <a:t> Finite; </a:t>
            </a:r>
            <a:r>
              <a:rPr lang="de-DE" dirty="0" err="1">
                <a:ea typeface="+mn-lt"/>
                <a:cs typeface="+mn-lt"/>
              </a:rPr>
              <a:t>needs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recharging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>
                <a:ea typeface="+mn-lt"/>
                <a:cs typeface="+mn-lt"/>
              </a:rPr>
              <a:t>Limited Upgrades:</a:t>
            </a:r>
            <a:r>
              <a:rPr lang="de-DE" dirty="0">
                <a:ea typeface="+mn-lt"/>
                <a:cs typeface="+mn-lt"/>
              </a:rPr>
              <a:t> RAM, </a:t>
            </a:r>
            <a:r>
              <a:rPr lang="de-DE" dirty="0" err="1">
                <a:ea typeface="+mn-lt"/>
                <a:cs typeface="+mn-lt"/>
              </a:rPr>
              <a:t>storage</a:t>
            </a:r>
            <a:r>
              <a:rPr lang="de-DE" dirty="0">
                <a:ea typeface="+mn-lt"/>
                <a:cs typeface="+mn-lt"/>
              </a:rPr>
              <a:t>, and CPU </a:t>
            </a:r>
            <a:r>
              <a:rPr lang="de-DE" dirty="0" err="1">
                <a:ea typeface="+mn-lt"/>
                <a:cs typeface="+mn-lt"/>
              </a:rPr>
              <a:t>often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soldered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motherboard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>
                <a:ea typeface="+mn-lt"/>
                <a:cs typeface="+mn-lt"/>
              </a:rPr>
              <a:t>Cooling Constraints:</a:t>
            </a:r>
            <a:r>
              <a:rPr lang="de-DE" dirty="0">
                <a:ea typeface="+mn-lt"/>
                <a:cs typeface="+mn-lt"/>
              </a:rPr>
              <a:t> Small </a:t>
            </a:r>
            <a:r>
              <a:rPr lang="de-DE" dirty="0" err="1">
                <a:ea typeface="+mn-lt"/>
                <a:cs typeface="+mn-lt"/>
              </a:rPr>
              <a:t>fans</a:t>
            </a:r>
            <a:r>
              <a:rPr lang="de-DE" dirty="0">
                <a:ea typeface="+mn-lt"/>
                <a:cs typeface="+mn-lt"/>
              </a:rPr>
              <a:t> → </a:t>
            </a:r>
            <a:r>
              <a:rPr lang="de-DE" dirty="0" err="1">
                <a:ea typeface="+mn-lt"/>
                <a:cs typeface="+mn-lt"/>
              </a:rPr>
              <a:t>can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overheat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under</a:t>
            </a:r>
            <a:r>
              <a:rPr lang="de-DE" dirty="0">
                <a:ea typeface="+mn-lt"/>
                <a:cs typeface="+mn-lt"/>
              </a:rPr>
              <a:t> heavy </a:t>
            </a:r>
            <a:r>
              <a:rPr lang="de-DE" dirty="0" err="1">
                <a:ea typeface="+mn-lt"/>
                <a:cs typeface="+mn-lt"/>
              </a:rPr>
              <a:t>use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 err="1">
                <a:ea typeface="+mn-lt"/>
                <a:cs typeface="+mn-lt"/>
              </a:rPr>
              <a:t>Fewer</a:t>
            </a:r>
            <a:r>
              <a:rPr lang="de-DE" b="1" dirty="0">
                <a:ea typeface="+mn-lt"/>
                <a:cs typeface="+mn-lt"/>
              </a:rPr>
              <a:t> Ports: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Less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space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multiple </a:t>
            </a:r>
            <a:r>
              <a:rPr lang="de-DE" dirty="0" err="1">
                <a:ea typeface="+mn-lt"/>
                <a:cs typeface="+mn-lt"/>
              </a:rPr>
              <a:t>connections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b="1" dirty="0" err="1">
                <a:ea typeface="+mn-lt"/>
                <a:cs typeface="+mn-lt"/>
              </a:rPr>
              <a:t>Smaller</a:t>
            </a:r>
            <a:r>
              <a:rPr lang="de-DE" b="1" dirty="0">
                <a:ea typeface="+mn-lt"/>
                <a:cs typeface="+mn-lt"/>
              </a:rPr>
              <a:t> Screen / Keyboard:</a:t>
            </a:r>
            <a:r>
              <a:rPr lang="de-DE" dirty="0">
                <a:ea typeface="+mn-lt"/>
                <a:cs typeface="+mn-lt"/>
              </a:rPr>
              <a:t> Can </a:t>
            </a:r>
            <a:r>
              <a:rPr lang="de-DE" dirty="0" err="1">
                <a:ea typeface="+mn-lt"/>
                <a:cs typeface="+mn-lt"/>
              </a:rPr>
              <a:t>limit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comfort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long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work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sessions</a:t>
            </a:r>
            <a:r>
              <a:rPr lang="de-DE" dirty="0">
                <a:ea typeface="+mn-lt"/>
                <a:cs typeface="+mn-lt"/>
              </a:rPr>
              <a:t>.</a:t>
            </a:r>
          </a:p>
        </p:txBody>
      </p:sp>
      <p:pic>
        <p:nvPicPr>
          <p:cNvPr id="5" name="Grafik 4" descr="Word Disadvantage Stock Illustrations – 502 Word Disadvantage Stock  Illustrations, Vectors &amp; Clipart - Dreamstime">
            <a:extLst>
              <a:ext uri="{FF2B5EF4-FFF2-40B4-BE49-F238E27FC236}">
                <a16:creationId xmlns:a16="http://schemas.microsoft.com/office/drawing/2014/main" id="{3EBB9432-6A1B-0F28-7E40-7FAE70A8C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443" y="3251"/>
            <a:ext cx="2355273" cy="242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90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A78CB9-1EBD-619F-D64C-2DD45830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de-DE" dirty="0"/>
              <a:t>Use </a:t>
            </a:r>
            <a:r>
              <a:rPr lang="de-DE" dirty="0" err="1"/>
              <a:t>cases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D0ED7DB0-6149-285F-17BC-CDC7FC0BF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609525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911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6D243E-04AF-5BE3-989F-55BCBB72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de-DE" dirty="0"/>
              <a:t>Connectivity Evolution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19DC51C-6496-8965-A7AE-8E32732CF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835568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3902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238503-4EC9-195F-9433-36F65564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de-DE" dirty="0"/>
              <a:t>Future </a:t>
            </a:r>
            <a:r>
              <a:rPr lang="de-DE"/>
              <a:t>of</a:t>
            </a:r>
            <a:r>
              <a:rPr lang="de-DE" dirty="0"/>
              <a:t> Portable Computers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C2D264E1-7689-F5F2-D5C8-C2DF735F0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018614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605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B0C088-7136-99FC-6EF4-A77A0DE1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de-DE" sz="3600"/>
              <a:t>Impact on Society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93C5E6E-A860-FA3F-CCF2-67BC59CC2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10052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553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FAEFD0-A127-ACE4-F678-EA3ED213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de-DE" dirty="0" err="1"/>
              <a:t>Conclusion</a:t>
            </a:r>
          </a:p>
        </p:txBody>
      </p:sp>
      <p:cxnSp>
        <p:nvCxnSpPr>
          <p:cNvPr id="18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D44FC3-2AF6-EECE-06E2-56C31918D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807" y="2633236"/>
            <a:ext cx="5563524" cy="36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>
                <a:ea typeface="+mn-lt"/>
                <a:cs typeface="+mn-lt"/>
              </a:rPr>
              <a:t>Portable </a:t>
            </a:r>
            <a:r>
              <a:rPr lang="de-DE" dirty="0" err="1">
                <a:ea typeface="+mn-lt"/>
                <a:cs typeface="+mn-lt"/>
              </a:rPr>
              <a:t>computers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evolved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from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luggables</a:t>
            </a:r>
            <a:r>
              <a:rPr lang="de-DE" dirty="0">
                <a:ea typeface="+mn-lt"/>
                <a:cs typeface="+mn-lt"/>
              </a:rPr>
              <a:t> → </a:t>
            </a:r>
            <a:r>
              <a:rPr lang="de-DE" dirty="0" err="1">
                <a:ea typeface="+mn-lt"/>
                <a:cs typeface="+mn-lt"/>
              </a:rPr>
              <a:t>sleek</a:t>
            </a:r>
            <a:r>
              <a:rPr lang="de-DE" dirty="0">
                <a:ea typeface="+mn-lt"/>
                <a:cs typeface="+mn-lt"/>
              </a:rPr>
              <a:t>, powerful </a:t>
            </a:r>
            <a:r>
              <a:rPr lang="de-DE" dirty="0" err="1">
                <a:ea typeface="+mn-lt"/>
                <a:cs typeface="+mn-lt"/>
              </a:rPr>
              <a:t>devices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dirty="0" err="1">
                <a:ea typeface="+mn-lt"/>
                <a:cs typeface="+mn-lt"/>
              </a:rPr>
              <a:t>Enable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work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study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play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anywhere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dirty="0">
                <a:ea typeface="+mn-lt"/>
                <a:cs typeface="+mn-lt"/>
              </a:rPr>
              <a:t>Future </a:t>
            </a:r>
            <a:r>
              <a:rPr lang="de-DE" dirty="0" err="1">
                <a:ea typeface="+mn-lt"/>
                <a:cs typeface="+mn-lt"/>
              </a:rPr>
              <a:t>trends</a:t>
            </a:r>
            <a:r>
              <a:rPr lang="de-DE" dirty="0">
                <a:ea typeface="+mn-lt"/>
                <a:cs typeface="+mn-lt"/>
              </a:rPr>
              <a:t>: </a:t>
            </a:r>
            <a:r>
              <a:rPr lang="de-DE" dirty="0" err="1">
                <a:ea typeface="+mn-lt"/>
                <a:cs typeface="+mn-lt"/>
              </a:rPr>
              <a:t>mobility</a:t>
            </a:r>
            <a:r>
              <a:rPr lang="de-DE" dirty="0">
                <a:ea typeface="+mn-lt"/>
                <a:cs typeface="+mn-lt"/>
              </a:rPr>
              <a:t>, AI, </a:t>
            </a:r>
            <a:r>
              <a:rPr lang="de-DE" dirty="0" err="1">
                <a:ea typeface="+mn-lt"/>
                <a:cs typeface="+mn-lt"/>
              </a:rPr>
              <a:t>sustainability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endParaRPr lang="de-DE" dirty="0"/>
          </a:p>
        </p:txBody>
      </p:sp>
      <p:pic>
        <p:nvPicPr>
          <p:cNvPr id="19" name="Picture 4" descr="Mobilgerät mit Apps">
            <a:extLst>
              <a:ext uri="{FF2B5EF4-FFF2-40B4-BE49-F238E27FC236}">
                <a16:creationId xmlns:a16="http://schemas.microsoft.com/office/drawing/2014/main" id="{95DA1FF7-F4CA-846F-113C-85375EDB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28" r="10321" b="-2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73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elbes Fragezeichen">
            <a:extLst>
              <a:ext uri="{FF2B5EF4-FFF2-40B4-BE49-F238E27FC236}">
                <a16:creationId xmlns:a16="http://schemas.microsoft.com/office/drawing/2014/main" id="{050C5025-F50D-EE97-A7B6-922CFF1D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655866-3DA4-DD17-EA44-B2FBDF3B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73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6" baseType="lpstr">
      <vt:lpstr>DashVTI</vt:lpstr>
      <vt:lpstr>Portable Computing</vt:lpstr>
      <vt:lpstr>What is a portable Computer?</vt:lpstr>
      <vt:lpstr>Key Milestones</vt:lpstr>
      <vt:lpstr>Landmark Devices</vt:lpstr>
      <vt:lpstr>Osborne 1</vt:lpstr>
      <vt:lpstr>Modern Portable Computers</vt:lpstr>
      <vt:lpstr>Then vs Now</vt:lpstr>
      <vt:lpstr>Portable Computer Hardware</vt:lpstr>
      <vt:lpstr>CPU Architectures Overview</vt:lpstr>
      <vt:lpstr>x86 Architecture</vt:lpstr>
      <vt:lpstr>ARM Architecture</vt:lpstr>
      <vt:lpstr>RISC-V Architecture</vt:lpstr>
      <vt:lpstr>CPU Architecture Summary</vt:lpstr>
      <vt:lpstr>Cooling Solutions</vt:lpstr>
      <vt:lpstr>Battery &amp; Efficiency</vt:lpstr>
      <vt:lpstr>Why Foldable / Dual Screen Devices exist?</vt:lpstr>
      <vt:lpstr>Integration &amp; Soldering.</vt:lpstr>
      <vt:lpstr>Advantages</vt:lpstr>
      <vt:lpstr>Disadvantages</vt:lpstr>
      <vt:lpstr>Use cases</vt:lpstr>
      <vt:lpstr>Connectivity Evolution</vt:lpstr>
      <vt:lpstr>Future of Portable Computers</vt:lpstr>
      <vt:lpstr>Impact on Society</vt:lpstr>
      <vt:lpstr>Conclusion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697</cp:revision>
  <dcterms:created xsi:type="dcterms:W3CDTF">2026-01-11T16:42:05Z</dcterms:created>
  <dcterms:modified xsi:type="dcterms:W3CDTF">2026-01-18T22:30:13Z</dcterms:modified>
</cp:coreProperties>
</file>